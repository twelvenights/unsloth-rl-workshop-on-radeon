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4229" r:id="rId62"/>
  </p:sldMasterIdLst>
  <p:notesMasterIdLst>
    <p:notesMasterId r:id="rId82"/>
  </p:notesMasterIdLst>
  <p:handoutMasterIdLst>
    <p:handoutMasterId r:id="rId83"/>
  </p:handoutMasterIdLst>
  <p:sldIdLst>
    <p:sldId id="256" r:id="rId63"/>
    <p:sldId id="274" r:id="rId64"/>
    <p:sldId id="257" r:id="rId65"/>
    <p:sldId id="258" r:id="rId66"/>
    <p:sldId id="259" r:id="rId67"/>
    <p:sldId id="260" r:id="rId68"/>
    <p:sldId id="261" r:id="rId69"/>
    <p:sldId id="262" r:id="rId70"/>
    <p:sldId id="263" r:id="rId71"/>
    <p:sldId id="264" r:id="rId72"/>
    <p:sldId id="265" r:id="rId73"/>
    <p:sldId id="266" r:id="rId74"/>
    <p:sldId id="267" r:id="rId75"/>
    <p:sldId id="268" r:id="rId76"/>
    <p:sldId id="269" r:id="rId77"/>
    <p:sldId id="270" r:id="rId78"/>
    <p:sldId id="271" r:id="rId79"/>
    <p:sldId id="272" r:id="rId80"/>
    <p:sldId id="273" r:id="rId81"/>
  </p:sldIdLst>
  <p:sldSz cx="12192000" cy="6858000"/>
  <p:notesSz cx="6858000" cy="9144000"/>
  <p:defaultTextStyle>
    <a:defPPr>
      <a:defRPr lang="en-US"/>
    </a:defPPr>
    <a:lvl1pPr marL="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1pPr>
    <a:lvl2pPr marL="457183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2pPr>
    <a:lvl3pPr marL="914367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3pPr>
    <a:lvl4pPr marL="1371550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4pPr>
    <a:lvl5pPr marL="182873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5pPr>
    <a:lvl6pPr marL="2285918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765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Saku Uchikawa" initials="SU" lastIdx="11" clrIdx="0"/>
  <p:cmAuthor id="1" name="Mary Feil-Jacobs" initials="MFJ" lastIdx="43" clrIdx="1"/>
  <p:cmAuthor id="2" name="Monica Lueder" initials="ML" lastIdx="22" clrIdx="2">
    <p:extLst>
      <p:ext uri="{19B8F6BF-5375-455C-9EA6-DF929625EA0E}">
        <p15:presenceInfo xmlns:p15="http://schemas.microsoft.com/office/powerpoint/2012/main" userId="S-1-5-21-2127521184-1604012920-1887927527-2598260" providerId="AD"/>
      </p:ext>
    </p:extLst>
  </p:cmAuthor>
  <p:cmAuthor id="3" name="Mary Feil-Jacobs" initials="MF" lastIdx="28" clrIdx="3">
    <p:extLst>
      <p:ext uri="{19B8F6BF-5375-455C-9EA6-DF929625EA0E}">
        <p15:presenceInfo xmlns:p15="http://schemas.microsoft.com/office/powerpoint/2012/main" userId="S-1-5-21-2127521184-1604012920-1887927527-65006" providerId="AD"/>
      </p:ext>
    </p:extLst>
  </p:cmAuthor>
  <p:cmAuthor id="4" name="Tracy Tran" initials="TT" lastIdx="9" clrIdx="4">
    <p:extLst>
      <p:ext uri="{19B8F6BF-5375-455C-9EA6-DF929625EA0E}">
        <p15:presenceInfo xmlns:p15="http://schemas.microsoft.com/office/powerpoint/2012/main" userId="S::tracyt@microsoft.com::7b485f56-8fe8-4efc-a1b3-85e720327ac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D8C95"/>
    <a:srgbClr val="000000"/>
    <a:srgbClr val="262626"/>
    <a:srgbClr val="131313"/>
    <a:srgbClr val="242428"/>
    <a:srgbClr val="19181C"/>
    <a:srgbClr val="E15310"/>
    <a:srgbClr val="006D85"/>
    <a:srgbClr val="888D91"/>
    <a:srgbClr val="0101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AF606853-7671-496A-8E4F-DF71F8EC918B}" styleName="Dark Style 1 - Accent 6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wholeTbl>
    <a:band1H>
      <a:tcStyle>
        <a:tcBdr/>
        <a:fill>
          <a:solidFill>
            <a:schemeClr val="accent6">
              <a:shade val="60000"/>
            </a:schemeClr>
          </a:solidFill>
        </a:fill>
      </a:tcStyle>
    </a:band1H>
    <a:band1V>
      <a:tcStyle>
        <a:tcBdr/>
        <a:fill>
          <a:solidFill>
            <a:schemeClr val="accent6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6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6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6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FD4443E-F989-4FC4-A0C8-D5A2AF1F390B}" styleName="Dark Style 1 -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1038" autoAdjust="0"/>
    <p:restoredTop sz="97843" autoAdjust="0"/>
  </p:normalViewPr>
  <p:slideViewPr>
    <p:cSldViewPr snapToGrid="0">
      <p:cViewPr varScale="1">
        <p:scale>
          <a:sx n="91" d="100"/>
          <a:sy n="91" d="100"/>
        </p:scale>
        <p:origin x="91" y="163"/>
      </p:cViewPr>
      <p:guideLst/>
    </p:cSldViewPr>
  </p:slideViewPr>
  <p:outlineViewPr>
    <p:cViewPr>
      <p:scale>
        <a:sx n="33" d="100"/>
        <a:sy n="33" d="100"/>
      </p:scale>
      <p:origin x="0" y="-6516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2792"/>
    </p:cViewPr>
  </p:sorterViewPr>
  <p:notesViewPr>
    <p:cSldViewPr snapToGrid="0" showGuides="1">
      <p:cViewPr varScale="1">
        <p:scale>
          <a:sx n="168" d="100"/>
          <a:sy n="168" d="100"/>
        </p:scale>
        <p:origin x="5432" y="216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customXml" Target="../customXml/item26.xml"/><Relationship Id="rId21" Type="http://schemas.openxmlformats.org/officeDocument/2006/relationships/customXml" Target="../customXml/item21.xml"/><Relationship Id="rId42" Type="http://schemas.openxmlformats.org/officeDocument/2006/relationships/customXml" Target="../customXml/item42.xml"/><Relationship Id="rId47" Type="http://schemas.openxmlformats.org/officeDocument/2006/relationships/customXml" Target="../customXml/item47.xml"/><Relationship Id="rId63" Type="http://schemas.openxmlformats.org/officeDocument/2006/relationships/slide" Target="slides/slide1.xml"/><Relationship Id="rId68" Type="http://schemas.openxmlformats.org/officeDocument/2006/relationships/slide" Target="slides/slide6.xml"/><Relationship Id="rId84" Type="http://schemas.openxmlformats.org/officeDocument/2006/relationships/commentAuthors" Target="commentAuthors.xml"/><Relationship Id="rId16" Type="http://schemas.openxmlformats.org/officeDocument/2006/relationships/customXml" Target="../customXml/item16.xml"/><Relationship Id="rId11" Type="http://schemas.openxmlformats.org/officeDocument/2006/relationships/customXml" Target="../customXml/item11.xml"/><Relationship Id="rId32" Type="http://schemas.openxmlformats.org/officeDocument/2006/relationships/customXml" Target="../customXml/item32.xml"/><Relationship Id="rId37" Type="http://schemas.openxmlformats.org/officeDocument/2006/relationships/customXml" Target="../customXml/item37.xml"/><Relationship Id="rId53" Type="http://schemas.openxmlformats.org/officeDocument/2006/relationships/customXml" Target="../customXml/item53.xml"/><Relationship Id="rId58" Type="http://schemas.openxmlformats.org/officeDocument/2006/relationships/customXml" Target="../customXml/item58.xml"/><Relationship Id="rId74" Type="http://schemas.openxmlformats.org/officeDocument/2006/relationships/slide" Target="slides/slide12.xml"/><Relationship Id="rId79" Type="http://schemas.openxmlformats.org/officeDocument/2006/relationships/slide" Target="slides/slide17.xml"/><Relationship Id="rId5" Type="http://schemas.openxmlformats.org/officeDocument/2006/relationships/customXml" Target="../customXml/item5.xml"/><Relationship Id="rId19" Type="http://schemas.openxmlformats.org/officeDocument/2006/relationships/customXml" Target="../customXml/item19.xml"/><Relationship Id="rId14" Type="http://schemas.openxmlformats.org/officeDocument/2006/relationships/customXml" Target="../customXml/item14.xml"/><Relationship Id="rId22" Type="http://schemas.openxmlformats.org/officeDocument/2006/relationships/customXml" Target="../customXml/item22.xml"/><Relationship Id="rId27" Type="http://schemas.openxmlformats.org/officeDocument/2006/relationships/customXml" Target="../customXml/item27.xml"/><Relationship Id="rId30" Type="http://schemas.openxmlformats.org/officeDocument/2006/relationships/customXml" Target="../customXml/item30.xml"/><Relationship Id="rId35" Type="http://schemas.openxmlformats.org/officeDocument/2006/relationships/customXml" Target="../customXml/item35.xml"/><Relationship Id="rId43" Type="http://schemas.openxmlformats.org/officeDocument/2006/relationships/customXml" Target="../customXml/item43.xml"/><Relationship Id="rId48" Type="http://schemas.openxmlformats.org/officeDocument/2006/relationships/customXml" Target="../customXml/item48.xml"/><Relationship Id="rId56" Type="http://schemas.openxmlformats.org/officeDocument/2006/relationships/customXml" Target="../customXml/item56.xml"/><Relationship Id="rId64" Type="http://schemas.openxmlformats.org/officeDocument/2006/relationships/slide" Target="slides/slide2.xml"/><Relationship Id="rId69" Type="http://schemas.openxmlformats.org/officeDocument/2006/relationships/slide" Target="slides/slide7.xml"/><Relationship Id="rId77" Type="http://schemas.openxmlformats.org/officeDocument/2006/relationships/slide" Target="slides/slide15.xml"/><Relationship Id="rId8" Type="http://schemas.openxmlformats.org/officeDocument/2006/relationships/customXml" Target="../customXml/item8.xml"/><Relationship Id="rId51" Type="http://schemas.openxmlformats.org/officeDocument/2006/relationships/customXml" Target="../customXml/item51.xml"/><Relationship Id="rId72" Type="http://schemas.openxmlformats.org/officeDocument/2006/relationships/slide" Target="slides/slide10.xml"/><Relationship Id="rId80" Type="http://schemas.openxmlformats.org/officeDocument/2006/relationships/slide" Target="slides/slide18.xml"/><Relationship Id="rId85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25" Type="http://schemas.openxmlformats.org/officeDocument/2006/relationships/customXml" Target="../customXml/item25.xml"/><Relationship Id="rId33" Type="http://schemas.openxmlformats.org/officeDocument/2006/relationships/customXml" Target="../customXml/item33.xml"/><Relationship Id="rId38" Type="http://schemas.openxmlformats.org/officeDocument/2006/relationships/customXml" Target="../customXml/item38.xml"/><Relationship Id="rId46" Type="http://schemas.openxmlformats.org/officeDocument/2006/relationships/customXml" Target="../customXml/item46.xml"/><Relationship Id="rId59" Type="http://schemas.openxmlformats.org/officeDocument/2006/relationships/customXml" Target="../customXml/item59.xml"/><Relationship Id="rId67" Type="http://schemas.openxmlformats.org/officeDocument/2006/relationships/slide" Target="slides/slide5.xml"/><Relationship Id="rId20" Type="http://schemas.openxmlformats.org/officeDocument/2006/relationships/customXml" Target="../customXml/item20.xml"/><Relationship Id="rId41" Type="http://schemas.openxmlformats.org/officeDocument/2006/relationships/customXml" Target="../customXml/item41.xml"/><Relationship Id="rId54" Type="http://schemas.openxmlformats.org/officeDocument/2006/relationships/customXml" Target="../customXml/item54.xml"/><Relationship Id="rId62" Type="http://schemas.openxmlformats.org/officeDocument/2006/relationships/slideMaster" Target="slideMasters/slideMaster1.xml"/><Relationship Id="rId70" Type="http://schemas.openxmlformats.org/officeDocument/2006/relationships/slide" Target="slides/slide8.xml"/><Relationship Id="rId75" Type="http://schemas.openxmlformats.org/officeDocument/2006/relationships/slide" Target="slides/slide13.xml"/><Relationship Id="rId83" Type="http://schemas.openxmlformats.org/officeDocument/2006/relationships/handoutMaster" Target="handoutMasters/handoutMaster1.xml"/><Relationship Id="rId88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15" Type="http://schemas.openxmlformats.org/officeDocument/2006/relationships/customXml" Target="../customXml/item15.xml"/><Relationship Id="rId23" Type="http://schemas.openxmlformats.org/officeDocument/2006/relationships/customXml" Target="../customXml/item23.xml"/><Relationship Id="rId28" Type="http://schemas.openxmlformats.org/officeDocument/2006/relationships/customXml" Target="../customXml/item28.xml"/><Relationship Id="rId36" Type="http://schemas.openxmlformats.org/officeDocument/2006/relationships/customXml" Target="../customXml/item36.xml"/><Relationship Id="rId49" Type="http://schemas.openxmlformats.org/officeDocument/2006/relationships/customXml" Target="../customXml/item49.xml"/><Relationship Id="rId57" Type="http://schemas.openxmlformats.org/officeDocument/2006/relationships/customXml" Target="../customXml/item57.xml"/><Relationship Id="rId10" Type="http://schemas.openxmlformats.org/officeDocument/2006/relationships/customXml" Target="../customXml/item10.xml"/><Relationship Id="rId31" Type="http://schemas.openxmlformats.org/officeDocument/2006/relationships/customXml" Target="../customXml/item31.xml"/><Relationship Id="rId44" Type="http://schemas.openxmlformats.org/officeDocument/2006/relationships/customXml" Target="../customXml/item44.xml"/><Relationship Id="rId52" Type="http://schemas.openxmlformats.org/officeDocument/2006/relationships/customXml" Target="../customXml/item52.xml"/><Relationship Id="rId60" Type="http://schemas.openxmlformats.org/officeDocument/2006/relationships/customXml" Target="../customXml/item60.xml"/><Relationship Id="rId65" Type="http://schemas.openxmlformats.org/officeDocument/2006/relationships/slide" Target="slides/slide3.xml"/><Relationship Id="rId73" Type="http://schemas.openxmlformats.org/officeDocument/2006/relationships/slide" Target="slides/slide11.xml"/><Relationship Id="rId78" Type="http://schemas.openxmlformats.org/officeDocument/2006/relationships/slide" Target="slides/slide16.xml"/><Relationship Id="rId81" Type="http://schemas.openxmlformats.org/officeDocument/2006/relationships/slide" Target="slides/slide19.xml"/><Relationship Id="rId86" Type="http://schemas.openxmlformats.org/officeDocument/2006/relationships/viewProps" Target="viewProps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39" Type="http://schemas.openxmlformats.org/officeDocument/2006/relationships/customXml" Target="../customXml/item39.xml"/><Relationship Id="rId34" Type="http://schemas.openxmlformats.org/officeDocument/2006/relationships/customXml" Target="../customXml/item34.xml"/><Relationship Id="rId50" Type="http://schemas.openxmlformats.org/officeDocument/2006/relationships/customXml" Target="../customXml/item50.xml"/><Relationship Id="rId55" Type="http://schemas.openxmlformats.org/officeDocument/2006/relationships/customXml" Target="../customXml/item55.xml"/><Relationship Id="rId76" Type="http://schemas.openxmlformats.org/officeDocument/2006/relationships/slide" Target="slides/slide14.xml"/><Relationship Id="rId7" Type="http://schemas.openxmlformats.org/officeDocument/2006/relationships/customXml" Target="../customXml/item7.xml"/><Relationship Id="rId71" Type="http://schemas.openxmlformats.org/officeDocument/2006/relationships/slide" Target="slides/slide9.xml"/><Relationship Id="rId2" Type="http://schemas.openxmlformats.org/officeDocument/2006/relationships/customXml" Target="../customXml/item2.xml"/><Relationship Id="rId29" Type="http://schemas.openxmlformats.org/officeDocument/2006/relationships/customXml" Target="../customXml/item29.xml"/><Relationship Id="rId24" Type="http://schemas.openxmlformats.org/officeDocument/2006/relationships/customXml" Target="../customXml/item24.xml"/><Relationship Id="rId40" Type="http://schemas.openxmlformats.org/officeDocument/2006/relationships/customXml" Target="../customXml/item40.xml"/><Relationship Id="rId45" Type="http://schemas.openxmlformats.org/officeDocument/2006/relationships/customXml" Target="../customXml/item45.xml"/><Relationship Id="rId66" Type="http://schemas.openxmlformats.org/officeDocument/2006/relationships/slide" Target="slides/slide4.xml"/><Relationship Id="rId87" Type="http://schemas.openxmlformats.org/officeDocument/2006/relationships/theme" Target="theme/theme1.xml"/><Relationship Id="rId61" Type="http://schemas.openxmlformats.org/officeDocument/2006/relationships/customXml" Target="../customXml/item61.xml"/><Relationship Id="rId82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Header Placeholder 7">
            <a:extLst>
              <a:ext uri="{FF2B5EF4-FFF2-40B4-BE49-F238E27FC236}">
                <a16:creationId xmlns:a16="http://schemas.microsoft.com/office/drawing/2014/main" id="{6D9F846D-2CFB-BC42-A87F-3BBAB173631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11" name="Footer Placeholder 9">
            <a:extLst>
              <a:ext uri="{FF2B5EF4-FFF2-40B4-BE49-F238E27FC236}">
                <a16:creationId xmlns:a16="http://schemas.microsoft.com/office/drawing/2014/main" id="{88408BE6-8E91-914D-8FB2-836E9E3F520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2" name="Date Placeholder 10">
            <a:extLst>
              <a:ext uri="{FF2B5EF4-FFF2-40B4-BE49-F238E27FC236}">
                <a16:creationId xmlns:a16="http://schemas.microsoft.com/office/drawing/2014/main" id="{053A4A9A-59E9-FE4E-8C48-82287B8CFB96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9/28/2026 12:50 PM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0ECC6F94-A19F-3C4E-B299-330922AF660D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4595630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/>
          <p:cNvSpPr>
            <a:spLocks noGrp="1"/>
          </p:cNvSpPr>
          <p:nvPr>
            <p:ph type="hdr" sz="quarter"/>
          </p:nvPr>
        </p:nvSpPr>
        <p:spPr>
          <a:xfrm>
            <a:off x="231887" y="106595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Image Placeholder 8"/>
          <p:cNvSpPr>
            <a:spLocks noGrp="1" noRot="1" noChangeAspect="1"/>
          </p:cNvSpPr>
          <p:nvPr>
            <p:ph type="sldImg" idx="2"/>
          </p:nvPr>
        </p:nvSpPr>
        <p:spPr>
          <a:xfrm>
            <a:off x="658813" y="684213"/>
            <a:ext cx="5540375" cy="31178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4"/>
          </p:nvPr>
        </p:nvSpPr>
        <p:spPr>
          <a:xfrm>
            <a:off x="224725" y="8686801"/>
            <a:ext cx="5409296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marL="0" indent="0" algn="l">
              <a:defRPr sz="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defTabSz="914099" eaLnBrk="0" hangingPunct="0"/>
            <a:r>
              <a:rPr lang="en-US">
                <a:ea typeface="Segoe UI" pitchFamily="34" charset="0"/>
              </a:rPr>
              <a:t>© Advanced Micro Devices, Inc. All rights reserved. Confidential – Not for distribution.</a:t>
            </a:r>
            <a:endParaRPr lang="en-US" dirty="0">
              <a:ea typeface="Segoe UI" pitchFamily="34" charset="0"/>
            </a:endParaRPr>
          </a:p>
        </p:txBody>
      </p:sp>
      <p:sp>
        <p:nvSpPr>
          <p:cNvPr id="11" name="Date Placeholder 10"/>
          <p:cNvSpPr>
            <a:spLocks noGrp="1"/>
          </p:cNvSpPr>
          <p:nvPr>
            <p:ph type="dt" idx="1"/>
          </p:nvPr>
        </p:nvSpPr>
        <p:spPr>
          <a:xfrm>
            <a:off x="3661475" y="118832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76B0810-FC62-EE4E-BF04-55F4B7654175}" type="datetime8">
              <a:rPr lang="en-US" smtClean="0"/>
              <a:pPr/>
              <a:t>9/28/2026 12:50 PM</a:t>
            </a:fld>
            <a:endParaRPr lang="en-US" dirty="0"/>
          </a:p>
        </p:txBody>
      </p:sp>
      <p:sp>
        <p:nvSpPr>
          <p:cNvPr id="12" name="Notes Placeholder 11"/>
          <p:cNvSpPr>
            <a:spLocks noGrp="1"/>
          </p:cNvSpPr>
          <p:nvPr>
            <p:ph type="body" sz="quarter" idx="3"/>
          </p:nvPr>
        </p:nvSpPr>
        <p:spPr>
          <a:xfrm>
            <a:off x="685800" y="4107052"/>
            <a:ext cx="5486400" cy="435114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Slide Number Placeholder 12"/>
          <p:cNvSpPr>
            <a:spLocks noGrp="1"/>
          </p:cNvSpPr>
          <p:nvPr>
            <p:ph type="sldNum" sz="quarter" idx="5"/>
          </p:nvPr>
        </p:nvSpPr>
        <p:spPr>
          <a:xfrm>
            <a:off x="5839568" y="8685214"/>
            <a:ext cx="793708" cy="3559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9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4008EB6-D09E-4580-8CD6-DDB14511944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4648265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367" rtl="0" eaLnBrk="1" latinLnBrk="0" hangingPunct="1">
      <a:lnSpc>
        <a:spcPct val="90000"/>
      </a:lnSpc>
      <a:spcAft>
        <a:spcPts val="333"/>
      </a:spcAft>
      <a:defRPr sz="12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1pPr>
    <a:lvl2pPr marL="212982" indent="-105829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10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2pPr>
    <a:lvl3pPr marL="328071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3pPr>
    <a:lvl4pPr marL="482848" indent="-146838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4pPr>
    <a:lvl5pPr marL="615134" indent="-115090" algn="l" defTabSz="914367" rtl="0" eaLnBrk="1" latinLnBrk="0" hangingPunct="1">
      <a:lnSpc>
        <a:spcPct val="90000"/>
      </a:lnSpc>
      <a:spcAft>
        <a:spcPts val="333"/>
      </a:spcAft>
      <a:buFont typeface="Arial" pitchFamily="34" charset="0"/>
      <a:buChar char="•"/>
      <a:defRPr sz="1050" b="0" i="0" kern="1200">
        <a:solidFill>
          <a:schemeClr val="tx1"/>
        </a:solidFill>
        <a:latin typeface="Arial" panose="020B0604020202020204" pitchFamily="34" charset="0"/>
        <a:ea typeface="+mn-ea"/>
        <a:cs typeface="Arial" panose="020B0604020202020204" pitchFamily="34" charset="0"/>
      </a:defRPr>
    </a:lvl5pPr>
    <a:lvl6pPr marL="2285918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6pPr>
    <a:lvl7pPr marL="2743101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7pPr>
    <a:lvl8pPr marL="3200284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8pPr>
    <a:lvl9pPr marL="3657469" algn="l" defTabSz="914367" rtl="0" eaLnBrk="1" latinLnBrk="0" hangingPunct="1">
      <a:defRPr sz="117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Welcome. Today we fine-tune a small open model with Unsloth on an AMD Radeon GPU, and we teach it to play Sudoku using GRPO reinforcement learning. Hands-on: everyone gets a hosted Jupyter notebook on a real AMD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blocks. First half is concepts, second half is hands-on on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Quick grounding before we touch the GPU.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An LLM predicts the next token. Base versus instruct matters when you pick a checkpoint: for GRPO from scratch we usually start from a base or a small instruct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Fine-tuning is not about teaching new facts so much as new behaviour: style, format, and task focus. It is frequently cheaper than prompt engineering at scale.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LoRA freezes the base model and trains small adapter matrices. QLoRA adds 4-bit quantization of the frozen base, which is what lets a workshop-size GPU handle a real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SFT needs the right answer written down. GRPO only needs a judge. For Sudoku we can check a board programmatically, so a reward function is easy and GRPO is the natural fit.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a small model first. SFT path: find or upload data. GRPO path: generate attempts and write a reward function. Then choose LoRA or QLoRA, train, evaluate. The knobs at the bottom are the ones you will actually touch in the notebook.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Unsloth is the accelerator layer. Same Transformers API, materially less memory and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Now we switch to the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Why Sudoku for GRPO: correctness is checkable in code, so the reward function is a few lines. That is exactly the property GRPO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Everyone go to notebooks.amd.com/ind-dev now. Password RadeonUnslothTuning. Choose the Fine-Tuning LLMs with Unsloth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rocm-smi is the one you will keep open in a second tab. If utilisation is flat at zero while a cell shows an asterisk, something is running on CPU.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Cells run in order. The asterisk means the kernel is busy. Model download happens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Fifteen steps is a demo, not a converged run. What matters is that the reward is trending and the board output is structurally valid.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Most workshop issues are one of these six. Out of memory is the most common: QLoRA and a shorter sequence length fix it almost every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All links are on this slide. The notebook stays up after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Thank you.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No Im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350259" y="1621536"/>
            <a:ext cx="6244333" cy="1941576"/>
          </a:xfrm>
          <a:noFill/>
        </p:spPr>
        <p:txBody>
          <a:bodyPr wrap="square" lIns="0" tIns="0" rIns="0" bIns="0" anchor="ctr" anchorCtr="0">
            <a:noAutofit/>
          </a:bodyPr>
          <a:lstStyle>
            <a:lvl1pPr>
              <a:defRPr sz="40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3C8DF7-52E5-4ABA-86DD-8FD6C136A4A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50260" y="3875650"/>
            <a:ext cx="6244332" cy="276999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1800" b="1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3" name="Picture 2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2D4C3E2-3CE7-EA80-DFF0-91F7D4F06C0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386888" y="5771788"/>
            <a:ext cx="2359024" cy="6718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9952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hf hdr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584200" y="2487336"/>
            <a:ext cx="5510213" cy="1046440"/>
          </a:xfrm>
          <a:noFill/>
        </p:spPr>
        <p:txBody>
          <a:bodyPr wrap="square" lIns="0" tIns="0" rIns="0" bIns="0" anchor="b" anchorCtr="0">
            <a:spAutoFit/>
          </a:bodyPr>
          <a:lstStyle>
            <a:lvl1pPr>
              <a:defRPr sz="3400" spc="-50" baseline="0">
                <a:solidFill>
                  <a:schemeClr val="tx1"/>
                </a:solidFill>
                <a:latin typeface="+mj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Event name or presentation title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4200" y="3962400"/>
            <a:ext cx="5510213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buNone/>
              <a:defRPr sz="2000" spc="0" baseline="0">
                <a:solidFill>
                  <a:schemeClr val="tx1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pPr lvl="0"/>
            <a:r>
              <a:rPr lang="en-US" dirty="0"/>
              <a:t>Speaker name or subtitle text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34218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 xmlns:p15="http://schemas.microsoft.com/office/powerpoint/2012/main" xmlns:a14="http://schemas.microsoft.com/office/drawing/2010/main" xmlns:a16="http://schemas.microsoft.com/office/drawing/2014/main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ockup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582D644-6452-D04E-ACC8-AE775B9DB7B4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6857994" y="0"/>
            <a:ext cx="5334006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CEF9816-E4E3-3E43-A0E6-62AA2BBAC2F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200" y="585787"/>
            <a:ext cx="1227766" cy="292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1580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pos="3839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FCFEFD-88E5-4869-B5C3-1611B0B50E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A212C2-8B30-4835-8711-AA981B6CFBE1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584200" y="1432111"/>
            <a:ext cx="11018838" cy="4836927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3299196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905" userDrawn="1">
          <p15:clr>
            <a:srgbClr val="5ACBF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B655BA-10A4-4A57-89DB-CFFBE1CA1E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586390" y="1434370"/>
            <a:ext cx="1101852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133736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3" userDrawn="1">
          <p15:clr>
            <a:srgbClr val="5ACBF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BE2550-DA43-453C-A328-33C740E654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4B7A288-CDAC-4184-9F73-137C95F5E643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1435100"/>
            <a:ext cx="5211763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EC22105-78D6-4753-94FA-3DA949361A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389688" y="1435100"/>
            <a:ext cx="5219700" cy="4831110"/>
          </a:xfrm>
        </p:spPr>
        <p:txBody>
          <a:bodyPr/>
          <a:lstStyle>
            <a:lvl1pPr marL="228600" indent="-228600">
              <a:buSzPct val="90000"/>
              <a:buFont typeface="Klavika Regular" panose="020B0604020202020204" pitchFamily="34" charset="0"/>
              <a:buChar char="•"/>
              <a:defRPr/>
            </a:lvl1pPr>
            <a:lvl2pPr marL="457200" indent="-228600">
              <a:buSzPct val="90000"/>
              <a:buFont typeface="Klavika Regular" panose="020B0604020202020204" pitchFamily="34" charset="0"/>
              <a:buChar char="•"/>
              <a:defRPr/>
            </a:lvl2pPr>
            <a:lvl3pPr marL="657225" indent="-200025">
              <a:buSzPct val="90000"/>
              <a:buFont typeface="Klavika Regular" panose="020B0604020202020204" pitchFamily="34" charset="0"/>
              <a:buChar char="•"/>
              <a:defRPr/>
            </a:lvl3pPr>
            <a:lvl4pPr marL="842963" indent="-180975">
              <a:buSzPct val="90000"/>
              <a:buFont typeface="Klavika Regular" panose="020B0604020202020204" pitchFamily="34" charset="0"/>
              <a:buChar char="•"/>
              <a:defRPr/>
            </a:lvl4pPr>
            <a:lvl5pPr marL="1023938" indent="-168275">
              <a:buSzPct val="90000"/>
              <a:buFont typeface="Klavika Regular" panose="020B0604020202020204" pitchFamily="34" charset="0"/>
              <a:buChar char="•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1245362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3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Non-bullet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B9D8600-6232-EB42-9B16-FE5606C929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92710BA9-0DC0-4BFB-82CF-4F93C55DEF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58639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185F674C-7305-447F-8F35-DBBE344126B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395720" y="1434370"/>
            <a:ext cx="5209890" cy="4831840"/>
          </a:xfrm>
        </p:spPr>
        <p:txBody>
          <a:bodyPr wrap="square">
            <a:noAutofit/>
          </a:bodyPr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9201898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904" userDrawn="1">
          <p15:clr>
            <a:srgbClr val="5ACBF0"/>
          </p15:clr>
        </p15:guide>
        <p15:guide id="4" pos="3659" userDrawn="1">
          <p15:clr>
            <a:srgbClr val="5ACBF0"/>
          </p15:clr>
        </p15:guide>
        <p15:guide id="5" pos="4021" userDrawn="1">
          <p15:clr>
            <a:srgbClr val="5ACBF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AD849-7CFE-4AF7-A7C5-6BBD50C88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984548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mall title - half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B91C41AE-0083-2A44-9A00-206CEB625E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3182778"/>
            <a:ext cx="11018520" cy="492443"/>
          </a:xfrm>
        </p:spPr>
        <p:txBody>
          <a:bodyPr/>
          <a:lstStyle>
            <a:lvl1pPr algn="ctr"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24385852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8" userDrawn="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1992" userDrawn="1">
          <p15:clr>
            <a:srgbClr val="5ACBF0"/>
          </p15:clr>
        </p15:guide>
        <p15:guide id="29" orient="horz" pos="2328" userDrawn="1">
          <p15:clr>
            <a:srgbClr val="5ACBF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C4-3302-EB45-B6C3-8D7D3B54A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060B0B7-8257-AF44-8E50-C5EF88BB382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8826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4CAA7D2A-D3F3-C443-BEAB-AE463EB6977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159974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606696E-F9FD-7A41-B239-56C925CA5E14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261123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67BFD11-A5C7-534B-95DE-708BA59C346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62271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4A2493A-DA9A-774E-B698-381E87F302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463419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9F155F2-1A5E-D049-B799-7F265508271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gray">
          <a:xfrm>
            <a:off x="5645683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9D300ED-46DE-8D44-B42F-D72A4BD1D05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gray">
          <a:xfrm>
            <a:off x="665716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59F3EBB-786F-7A42-B92F-72211CA921FC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7668651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BA676D0-34EC-3646-AC3D-071EB3DD9D6C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8680135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ADFD9C1-E635-1B46-BC21-4D5D3069E75B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9691619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CF35C45-D347-D645-8CD2-6E3D2088C4CC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10703107" y="150800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9475B80-6F15-0744-AB11-132AC7CF9AF6}"/>
              </a:ext>
            </a:extLst>
          </p:cNvPr>
          <p:cNvSpPr>
            <a:spLocks noGrp="1"/>
          </p:cNvSpPr>
          <p:nvPr>
            <p:ph type="pic" sz="quarter" idx="22" hasCustomPrompt="1"/>
          </p:nvPr>
        </p:nvSpPr>
        <p:spPr bwMode="gray">
          <a:xfrm>
            <a:off x="58826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E65AC22-FEB4-6245-8825-006D3BD5EEC0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gray">
          <a:xfrm>
            <a:off x="159974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CA5DEB6-0C05-E64B-93D0-2DC0A025A090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gray">
          <a:xfrm>
            <a:off x="261123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E846680-CCD1-9948-9632-5B8197B7DFFC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gray">
          <a:xfrm>
            <a:off x="362271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079D992-3FCF-A34A-88A0-8A2A68C972E0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gray">
          <a:xfrm>
            <a:off x="463419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1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996246-3D80-2E4F-B8C7-B5C201E6038B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gray">
          <a:xfrm>
            <a:off x="5645683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B08E9CE-2FBC-A34F-A25C-316E2F2AFB58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gray">
          <a:xfrm>
            <a:off x="665716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DB30B13-3B8F-8940-A799-8867F379BBFF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gray">
          <a:xfrm>
            <a:off x="7668651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C27ED1D-2D58-0F4E-AF78-B5F5237C75C8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 bwMode="gray">
          <a:xfrm>
            <a:off x="8680135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4EBE182-B741-BC49-B664-B0A622BFEA17}"/>
              </a:ext>
            </a:extLst>
          </p:cNvPr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9691619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2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16A9CF0-7A7F-AE48-971A-01E1283DC04D}"/>
              </a:ext>
            </a:extLst>
          </p:cNvPr>
          <p:cNvSpPr>
            <a:spLocks noGrp="1"/>
          </p:cNvSpPr>
          <p:nvPr>
            <p:ph type="pic" sz="quarter" idx="32" hasCustomPrompt="1"/>
          </p:nvPr>
        </p:nvSpPr>
        <p:spPr bwMode="gray">
          <a:xfrm>
            <a:off x="10703107" y="246191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EE48212A-DC2D-8A4E-948F-CED552226B35}"/>
              </a:ext>
            </a:extLst>
          </p:cNvPr>
          <p:cNvSpPr>
            <a:spLocks noGrp="1"/>
          </p:cNvSpPr>
          <p:nvPr>
            <p:ph type="pic" sz="quarter" idx="33" hasCustomPrompt="1"/>
          </p:nvPr>
        </p:nvSpPr>
        <p:spPr bwMode="gray">
          <a:xfrm>
            <a:off x="58826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A7EC4B1-AFA8-B84C-9D6B-CFC26A347773}"/>
              </a:ext>
            </a:extLst>
          </p:cNvPr>
          <p:cNvSpPr>
            <a:spLocks noGrp="1"/>
          </p:cNvSpPr>
          <p:nvPr>
            <p:ph type="pic" sz="quarter" idx="34" hasCustomPrompt="1"/>
          </p:nvPr>
        </p:nvSpPr>
        <p:spPr bwMode="gray">
          <a:xfrm>
            <a:off x="159974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4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41B8F6-CB16-8A47-93D6-22C9BD6E792E}"/>
              </a:ext>
            </a:extLst>
          </p:cNvPr>
          <p:cNvSpPr>
            <a:spLocks noGrp="1"/>
          </p:cNvSpPr>
          <p:nvPr>
            <p:ph type="pic" sz="quarter" idx="35" hasCustomPrompt="1"/>
          </p:nvPr>
        </p:nvSpPr>
        <p:spPr bwMode="gray">
          <a:xfrm>
            <a:off x="261123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647A9E-3E39-5245-986A-31E2F83C941F}"/>
              </a:ext>
            </a:extLst>
          </p:cNvPr>
          <p:cNvSpPr>
            <a:spLocks noGrp="1"/>
          </p:cNvSpPr>
          <p:nvPr>
            <p:ph type="pic" sz="quarter" idx="36" hasCustomPrompt="1"/>
          </p:nvPr>
        </p:nvSpPr>
        <p:spPr bwMode="gray">
          <a:xfrm>
            <a:off x="362271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943DD5E-95E4-004B-A652-3964101490F7}"/>
              </a:ext>
            </a:extLst>
          </p:cNvPr>
          <p:cNvSpPr>
            <a:spLocks noGrp="1"/>
          </p:cNvSpPr>
          <p:nvPr>
            <p:ph type="pic" sz="quarter" idx="37" hasCustomPrompt="1"/>
          </p:nvPr>
        </p:nvSpPr>
        <p:spPr bwMode="gray">
          <a:xfrm>
            <a:off x="463419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324A395-E051-B041-98A7-F038983D90B3}"/>
              </a:ext>
            </a:extLst>
          </p:cNvPr>
          <p:cNvSpPr>
            <a:spLocks noGrp="1"/>
          </p:cNvSpPr>
          <p:nvPr>
            <p:ph type="pic" sz="quarter" idx="38" hasCustomPrompt="1"/>
          </p:nvPr>
        </p:nvSpPr>
        <p:spPr bwMode="gray">
          <a:xfrm>
            <a:off x="5645683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D8EB23B-20D2-E04A-8B4F-F25763669F4C}"/>
              </a:ext>
            </a:extLst>
          </p:cNvPr>
          <p:cNvSpPr>
            <a:spLocks noGrp="1"/>
          </p:cNvSpPr>
          <p:nvPr>
            <p:ph type="pic" sz="quarter" idx="39" hasCustomPrompt="1"/>
          </p:nvPr>
        </p:nvSpPr>
        <p:spPr bwMode="gray">
          <a:xfrm>
            <a:off x="665716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176A914-34CF-6A48-A1B5-7978B2CF9C71}"/>
              </a:ext>
            </a:extLst>
          </p:cNvPr>
          <p:cNvSpPr>
            <a:spLocks noGrp="1"/>
          </p:cNvSpPr>
          <p:nvPr>
            <p:ph type="pic" sz="quarter" idx="40" hasCustomPrompt="1"/>
          </p:nvPr>
        </p:nvSpPr>
        <p:spPr bwMode="gray">
          <a:xfrm>
            <a:off x="7668651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C220427-E17B-B24E-AB8E-2626C72238E1}"/>
              </a:ext>
            </a:extLst>
          </p:cNvPr>
          <p:cNvSpPr>
            <a:spLocks noGrp="1"/>
          </p:cNvSpPr>
          <p:nvPr>
            <p:ph type="pic" sz="quarter" idx="41" hasCustomPrompt="1"/>
          </p:nvPr>
        </p:nvSpPr>
        <p:spPr bwMode="gray">
          <a:xfrm>
            <a:off x="8680135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56B660E-74F0-6749-933B-EBBB3DC15E3C}"/>
              </a:ext>
            </a:extLst>
          </p:cNvPr>
          <p:cNvSpPr>
            <a:spLocks noGrp="1"/>
          </p:cNvSpPr>
          <p:nvPr>
            <p:ph type="pic" sz="quarter" idx="42" hasCustomPrompt="1"/>
          </p:nvPr>
        </p:nvSpPr>
        <p:spPr bwMode="gray">
          <a:xfrm>
            <a:off x="9691619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00E9B2C-54F5-7247-8B0A-8ECF84CB3EC6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gray">
          <a:xfrm>
            <a:off x="10703107" y="341582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1E232AB-8B15-254B-A855-7F8837E250DF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gray">
          <a:xfrm>
            <a:off x="58826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5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A9C15B7-B0C8-6F44-8D00-8A2A4EEBF91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gray">
          <a:xfrm>
            <a:off x="159974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55E00E5-0C32-114B-9C71-A210C35FD8A5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gray">
          <a:xfrm>
            <a:off x="261123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3BCE8B7-2363-754D-8DCC-BBD1A812A666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 bwMode="gray">
          <a:xfrm>
            <a:off x="362271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3DD5E7E1-6C4A-D24E-B423-731BCB2FED82}"/>
              </a:ext>
            </a:extLst>
          </p:cNvPr>
          <p:cNvSpPr>
            <a:spLocks noGrp="1"/>
          </p:cNvSpPr>
          <p:nvPr>
            <p:ph type="pic" sz="quarter" idx="48" hasCustomPrompt="1"/>
          </p:nvPr>
        </p:nvSpPr>
        <p:spPr bwMode="gray">
          <a:xfrm>
            <a:off x="463419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994E403-A4F2-D143-8694-FFDDED83B568}"/>
              </a:ext>
            </a:extLst>
          </p:cNvPr>
          <p:cNvSpPr>
            <a:spLocks noGrp="1"/>
          </p:cNvSpPr>
          <p:nvPr>
            <p:ph type="pic" sz="quarter" idx="49" hasCustomPrompt="1"/>
          </p:nvPr>
        </p:nvSpPr>
        <p:spPr bwMode="gray">
          <a:xfrm>
            <a:off x="5645683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DD66CA9-613E-E649-873E-15770AF37966}"/>
              </a:ext>
            </a:extLst>
          </p:cNvPr>
          <p:cNvSpPr>
            <a:spLocks noGrp="1"/>
          </p:cNvSpPr>
          <p:nvPr>
            <p:ph type="pic" sz="quarter" idx="50" hasCustomPrompt="1"/>
          </p:nvPr>
        </p:nvSpPr>
        <p:spPr bwMode="gray">
          <a:xfrm>
            <a:off x="665716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1F31EBB-82CA-0B47-90B9-623F7BEA7BCC}"/>
              </a:ext>
            </a:extLst>
          </p:cNvPr>
          <p:cNvSpPr>
            <a:spLocks noGrp="1"/>
          </p:cNvSpPr>
          <p:nvPr>
            <p:ph type="pic" sz="quarter" idx="51" hasCustomPrompt="1"/>
          </p:nvPr>
        </p:nvSpPr>
        <p:spPr bwMode="gray">
          <a:xfrm>
            <a:off x="7668651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3354D4A-7AE4-3249-979C-EF717F4169E2}"/>
              </a:ext>
            </a:extLst>
          </p:cNvPr>
          <p:cNvSpPr>
            <a:spLocks noGrp="1"/>
          </p:cNvSpPr>
          <p:nvPr>
            <p:ph type="pic" sz="quarter" idx="52" hasCustomPrompt="1"/>
          </p:nvPr>
        </p:nvSpPr>
        <p:spPr bwMode="gray">
          <a:xfrm>
            <a:off x="8680135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798148F-325B-8847-998F-D6695555F7A4}"/>
              </a:ext>
            </a:extLst>
          </p:cNvPr>
          <p:cNvSpPr>
            <a:spLocks noGrp="1"/>
          </p:cNvSpPr>
          <p:nvPr>
            <p:ph type="pic" sz="quarter" idx="53" hasCustomPrompt="1"/>
          </p:nvPr>
        </p:nvSpPr>
        <p:spPr bwMode="gray">
          <a:xfrm>
            <a:off x="9691619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FC062AA-6E9F-F148-A650-D892DEAD4D5B}"/>
              </a:ext>
            </a:extLst>
          </p:cNvPr>
          <p:cNvSpPr>
            <a:spLocks noGrp="1"/>
          </p:cNvSpPr>
          <p:nvPr>
            <p:ph type="pic" sz="quarter" idx="54" hasCustomPrompt="1"/>
          </p:nvPr>
        </p:nvSpPr>
        <p:spPr bwMode="gray">
          <a:xfrm>
            <a:off x="10703107" y="436973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6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736B318-56FF-BD45-BE51-B4F02187BAB1}"/>
              </a:ext>
            </a:extLst>
          </p:cNvPr>
          <p:cNvSpPr>
            <a:spLocks noGrp="1"/>
          </p:cNvSpPr>
          <p:nvPr>
            <p:ph type="pic" sz="quarter" idx="55" hasCustomPrompt="1"/>
          </p:nvPr>
        </p:nvSpPr>
        <p:spPr bwMode="gray">
          <a:xfrm>
            <a:off x="58826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874F5D0-313C-9C4E-A76E-837FA8B341EF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 bwMode="gray">
          <a:xfrm>
            <a:off x="159974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0B1B6CBD-7E6A-E64A-8901-48FC6B628F8A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 bwMode="gray">
          <a:xfrm>
            <a:off x="261123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2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81345C8D-49CF-D74B-BBBF-1ABB0F2BC7E0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 bwMode="gray">
          <a:xfrm>
            <a:off x="362271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3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59431BFC-6034-2D48-B40D-D214B5BA49EA}"/>
              </a:ext>
            </a:extLst>
          </p:cNvPr>
          <p:cNvSpPr>
            <a:spLocks noGrp="1"/>
          </p:cNvSpPr>
          <p:nvPr>
            <p:ph type="pic" sz="quarter" idx="59" hasCustomPrompt="1"/>
          </p:nvPr>
        </p:nvSpPr>
        <p:spPr bwMode="gray">
          <a:xfrm>
            <a:off x="463419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E881A0D-AB0E-1544-945D-AFD48D4CD2F5}"/>
              </a:ext>
            </a:extLst>
          </p:cNvPr>
          <p:cNvSpPr>
            <a:spLocks noGrp="1"/>
          </p:cNvSpPr>
          <p:nvPr>
            <p:ph type="pic" sz="quarter" idx="60" hasCustomPrompt="1"/>
          </p:nvPr>
        </p:nvSpPr>
        <p:spPr bwMode="gray">
          <a:xfrm>
            <a:off x="5645683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5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64F7E33-6DCA-DF42-BB2E-C8EC136C0AAA}"/>
              </a:ext>
            </a:extLst>
          </p:cNvPr>
          <p:cNvSpPr>
            <a:spLocks noGrp="1"/>
          </p:cNvSpPr>
          <p:nvPr>
            <p:ph type="pic" sz="quarter" idx="61" hasCustomPrompt="1"/>
          </p:nvPr>
        </p:nvSpPr>
        <p:spPr bwMode="gray">
          <a:xfrm>
            <a:off x="665716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6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AC86F5EF-AD62-294A-AE53-AD62F4600B0F}"/>
              </a:ext>
            </a:extLst>
          </p:cNvPr>
          <p:cNvSpPr>
            <a:spLocks noGrp="1"/>
          </p:cNvSpPr>
          <p:nvPr>
            <p:ph type="pic" sz="quarter" idx="62" hasCustomPrompt="1"/>
          </p:nvPr>
        </p:nvSpPr>
        <p:spPr bwMode="gray">
          <a:xfrm>
            <a:off x="7668651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2DDEFD37-0863-F949-AA96-5F73CC3B271A}"/>
              </a:ext>
            </a:extLst>
          </p:cNvPr>
          <p:cNvSpPr>
            <a:spLocks noGrp="1"/>
          </p:cNvSpPr>
          <p:nvPr>
            <p:ph type="pic" sz="quarter" idx="63" hasCustomPrompt="1"/>
          </p:nvPr>
        </p:nvSpPr>
        <p:spPr bwMode="gray">
          <a:xfrm>
            <a:off x="8680135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7F81ABC-5057-6D45-AD46-29A54A126114}"/>
              </a:ext>
            </a:extLst>
          </p:cNvPr>
          <p:cNvSpPr>
            <a:spLocks noGrp="1"/>
          </p:cNvSpPr>
          <p:nvPr>
            <p:ph type="pic" sz="quarter" idx="64" hasCustomPrompt="1"/>
          </p:nvPr>
        </p:nvSpPr>
        <p:spPr bwMode="gray">
          <a:xfrm>
            <a:off x="9691619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  <p:sp>
        <p:nvSpPr>
          <p:cNvPr id="7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866A0A0-C971-6B47-A279-161DD8E70EEB}"/>
              </a:ext>
            </a:extLst>
          </p:cNvPr>
          <p:cNvSpPr>
            <a:spLocks noGrp="1"/>
          </p:cNvSpPr>
          <p:nvPr>
            <p:ph type="pic" sz="quarter" idx="65" hasCustomPrompt="1"/>
          </p:nvPr>
        </p:nvSpPr>
        <p:spPr bwMode="gray">
          <a:xfrm>
            <a:off x="10703107" y="5323643"/>
            <a:ext cx="906233" cy="852256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  <a:ln w="12700">
            <a:solidFill>
              <a:schemeClr val="bg1">
                <a:lumMod val="75000"/>
              </a:schemeClr>
            </a:solidFill>
            <a:miter lim="800000"/>
          </a:ln>
        </p:spPr>
        <p:txBody>
          <a:bodyPr lIns="91440" tIns="91440" rIns="91440" bIns="914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800" b="0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Drop Image</a:t>
            </a:r>
          </a:p>
        </p:txBody>
      </p:sp>
    </p:spTree>
    <p:extLst>
      <p:ext uri="{BB962C8B-B14F-4D97-AF65-F5344CB8AC3E}">
        <p14:creationId xmlns:p14="http://schemas.microsoft.com/office/powerpoint/2010/main" val="260652885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with Squar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5334000" y="0"/>
            <a:ext cx="6858000" cy="6858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210312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5C9167-B5C7-4834-AC78-240C8C3EF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2262425"/>
            <a:ext cx="4158362" cy="861774"/>
          </a:xfrm>
        </p:spPr>
        <p:txBody>
          <a:bodyPr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780C89-4FC1-4FE7-AFCA-1C41A1B094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4200" y="3535540"/>
            <a:ext cx="4162425" cy="2733497"/>
          </a:xfrm>
        </p:spPr>
        <p:txBody>
          <a:bodyPr>
            <a:normAutofit/>
          </a:bodyPr>
          <a:lstStyle>
            <a:lvl1pPr marL="0" indent="0">
              <a:buNone/>
              <a:defRPr sz="2200">
                <a:latin typeface="+mn-lt"/>
              </a:defRPr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61988" indent="0">
              <a:buNone/>
              <a:defRPr/>
            </a:lvl4pPr>
            <a:lvl5pPr marL="855663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0885658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8" orient="horz" pos="2226">
          <p15:clr>
            <a:srgbClr val="5ACBF0"/>
          </p15:clr>
        </p15:guide>
        <p15:guide id="10" pos="3729">
          <p15:clr>
            <a:srgbClr val="C35EA4"/>
          </p15:clr>
        </p15:guide>
        <p15:guide id="11" pos="2993">
          <p15:clr>
            <a:srgbClr val="5ACBF0"/>
          </p15:clr>
        </p15:guide>
        <p15:guide id="12" pos="3543">
          <p15:clr>
            <a:srgbClr val="A4A3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duct/Feature - Squar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2">
            <a:extLst>
              <a:ext uri="{FF2B5EF4-FFF2-40B4-BE49-F238E27FC236}">
                <a16:creationId xmlns:a16="http://schemas.microsoft.com/office/drawing/2014/main" id="{2091FAC0-2210-AA45-95A9-B6A72152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38800" y="1028700"/>
            <a:ext cx="6259511" cy="9144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E0B0D8E2-424A-CE45-AD48-F95CCAF11354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638801" y="2299447"/>
            <a:ext cx="6259511" cy="349119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CC6E92E5-E859-445F-856B-33F974FA3AC2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293688" y="1043675"/>
            <a:ext cx="5040311" cy="474008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2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272391434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pos="3360">
          <p15:clr>
            <a:srgbClr val="FBAE40"/>
          </p15:clr>
        </p15:guide>
        <p15:guide id="6" orient="horz" pos="648" userDrawn="1">
          <p15:clr>
            <a:srgbClr val="5ACBF0"/>
          </p15:clr>
        </p15:guide>
        <p15:guide id="8" orient="horz" pos="3648" userDrawn="1">
          <p15:clr>
            <a:srgbClr val="5ACBF0"/>
          </p15:clr>
        </p15:guide>
        <p15:guide id="10" pos="3720" userDrawn="1">
          <p15:clr>
            <a:srgbClr val="C35EA4"/>
          </p15:clr>
        </p15:guide>
        <p15:guide id="11" pos="2993">
          <p15:clr>
            <a:srgbClr val="5ACBF0"/>
          </p15:clr>
        </p15:guide>
        <p15:guide id="12" pos="3552" userDrawn="1">
          <p15:clr>
            <a:srgbClr val="A4A3A4"/>
          </p15:clr>
        </p15:guide>
        <p15:guide id="14" orient="horz" pos="1440" userDrawn="1">
          <p15:clr>
            <a:srgbClr val="5ACBF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157216"/>
            <a:ext cx="11018520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7004939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op Horizontal Photo, Lockup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01E45-D858-46CB-8C37-2ADA7A8B4F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21381" y="5157216"/>
            <a:ext cx="7785402" cy="111182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0" y="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7D67B8-90AB-642F-D3C2-79B0D79991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5217" y="5449153"/>
            <a:ext cx="2176078" cy="518616"/>
          </a:xfrm>
          <a:prstGeom prst="rect">
            <a:avLst/>
          </a:prstGeom>
        </p:spPr>
      </p:pic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51B2658-BBE5-FF50-3A49-A12C7B1EA044}"/>
              </a:ext>
            </a:extLst>
          </p:cNvPr>
          <p:cNvCxnSpPr/>
          <p:nvPr userDrawn="1"/>
        </p:nvCxnSpPr>
        <p:spPr>
          <a:xfrm>
            <a:off x="3418764" y="5137316"/>
            <a:ext cx="0" cy="1160060"/>
          </a:xfrm>
          <a:prstGeom prst="line">
            <a:avLst/>
          </a:prstGeom>
          <a:ln w="6350">
            <a:solidFill>
              <a:schemeClr val="tx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98008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288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ottom Horizontal Photo an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5563AC-3A0B-4839-A9DC-F00E8E5411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85788"/>
            <a:ext cx="11018520" cy="1114996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FEB5B31F-7AD9-4BC6-8D61-62AD801166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 bwMode="gray">
          <a:xfrm>
            <a:off x="-2381" y="2286000"/>
            <a:ext cx="12192000" cy="457200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0" rtlCol="0" anchor="t" anchorCtr="0">
            <a:noAutofit/>
          </a:bodyPr>
          <a:lstStyle>
            <a:lvl1pPr marL="0" indent="0" algn="ctr">
              <a:buNone/>
              <a:defRPr lang="en-US" sz="12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</p:spTree>
    <p:extLst>
      <p:ext uri="{BB962C8B-B14F-4D97-AF65-F5344CB8AC3E}">
        <p14:creationId xmlns:p14="http://schemas.microsoft.com/office/powerpoint/2010/main" val="3329556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5" orient="horz" pos="1440">
          <p15:clr>
            <a:srgbClr val="5ACBF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4199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1860" y="5486399"/>
            <a:ext cx="5367528" cy="782639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2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39255" y="1822077"/>
            <a:ext cx="5367528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vert="horz" wrap="square" lIns="0" tIns="720000" rIns="0" bIns="1188720" rtlCol="0" anchor="t" anchorCtr="0">
            <a:noAutofit/>
          </a:bodyPr>
          <a:lstStyle>
            <a:lvl1pPr marL="0" indent="0" algn="ctr">
              <a:buNone/>
              <a:defRPr lang="en-US" sz="1000" b="1" dirty="0">
                <a:solidFill>
                  <a:srgbClr val="FFFFFF"/>
                </a:solidFill>
              </a:defRPr>
            </a:lvl1pPr>
          </a:lstStyle>
          <a:p>
            <a:pPr marL="228600" lvl="0" indent="-228600" algn="ctr"/>
            <a:r>
              <a:rPr lang="en-US" dirty="0"/>
              <a:t>Drag and drop your photo here</a:t>
            </a:r>
            <a:br>
              <a:rPr lang="en-US" dirty="0"/>
            </a:br>
            <a:r>
              <a:rPr lang="en-US" dirty="0"/>
              <a:t>or click or tap icon below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EE6852B-EA48-4DA0-85C5-B2B1A90798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397602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3749">
          <p15:clr>
            <a:srgbClr val="5ACBF0"/>
          </p15:clr>
        </p15:guide>
        <p15:guide id="7" pos="3931">
          <p15:clr>
            <a:srgbClr val="5ACBF0"/>
          </p15:clr>
        </p15:guide>
        <p15:guide id="8" orient="horz" pos="1139" userDrawn="1">
          <p15:clr>
            <a:srgbClr val="5ACBF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358640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4358640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134351" y="5486400"/>
            <a:ext cx="3475037" cy="782638"/>
          </a:xfrm>
        </p:spPr>
        <p:txBody>
          <a:bodyPr>
            <a:noAutofit/>
          </a:bodyPr>
          <a:lstStyle>
            <a:lvl1pPr marL="0" indent="0" algn="ctr">
              <a:spcBef>
                <a:spcPts val="0"/>
              </a:spcBef>
              <a:buNone/>
              <a:defRPr sz="18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8132063" y="1815353"/>
            <a:ext cx="3474720" cy="347472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720000" rIns="0" bIns="100584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D682FBC-A5FE-4949-90A0-2C7AE294D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1312278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456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139" userDrawn="1">
          <p15:clr>
            <a:srgbClr val="5ACBF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 with heading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0F91C1-B794-4B3E-A261-364FE47713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842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047671E-2E0A-4489-899C-1D6A3B35222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42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D194322E-67FD-4731-91FC-9B5B2B3A5FE6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5842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4">
            <a:extLst>
              <a:ext uri="{FF2B5EF4-FFF2-40B4-BE49-F238E27FC236}">
                <a16:creationId xmlns:a16="http://schemas.microsoft.com/office/drawing/2014/main" id="{32968B98-448E-47A5-B9E2-F68A957DA80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56101" y="2024063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A09AF88B-94B0-4951-950E-0E65325729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56100" y="2611569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0" name="Content Placeholder 16">
            <a:extLst>
              <a:ext uri="{FF2B5EF4-FFF2-40B4-BE49-F238E27FC236}">
                <a16:creationId xmlns:a16="http://schemas.microsoft.com/office/drawing/2014/main" id="{1DFDCCC0-C216-43D7-9899-005148CAC5B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56100" y="2945298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4">
            <a:extLst>
              <a:ext uri="{FF2B5EF4-FFF2-40B4-BE49-F238E27FC236}">
                <a16:creationId xmlns:a16="http://schemas.microsoft.com/office/drawing/2014/main" id="{2841B3CC-F651-426F-BDBF-9505DCD7F92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128001" y="2029778"/>
            <a:ext cx="3475037" cy="307777"/>
          </a:xfrm>
        </p:spPr>
        <p:txBody>
          <a:bodyPr/>
          <a:lstStyle>
            <a:lvl1pPr marL="0" indent="0">
              <a:buNone/>
              <a:defRPr sz="2000" b="1"/>
            </a:lvl1pPr>
            <a:lvl2pPr marL="0" indent="0">
              <a:buNone/>
              <a:defRPr sz="2000" b="1"/>
            </a:lvl2pPr>
            <a:lvl3pPr marL="0" indent="0">
              <a:buNone/>
              <a:defRPr sz="2000" b="1"/>
            </a:lvl3pPr>
            <a:lvl4pPr marL="0" indent="0">
              <a:buNone/>
              <a:defRPr sz="2000" b="1"/>
            </a:lvl4pPr>
            <a:lvl5pPr marL="0" indent="0">
              <a:buNone/>
              <a:defRPr sz="2000" b="1"/>
            </a:lvl5pPr>
          </a:lstStyle>
          <a:p>
            <a:pPr lvl="0"/>
            <a:r>
              <a:rPr lang="en-US" dirty="0"/>
              <a:t>Click to edit heading </a:t>
            </a:r>
            <a:endParaRPr lang="en-GB" dirty="0"/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0B321F9A-F25D-4EEF-BA80-BFBD772AAC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28000" y="2617284"/>
            <a:ext cx="479619" cy="54000"/>
          </a:xfrm>
          <a:solidFill>
            <a:schemeClr val="bg2"/>
          </a:solidFill>
        </p:spPr>
        <p:txBody>
          <a:bodyPr/>
          <a:lstStyle>
            <a:lvl1pPr marL="0" indent="0">
              <a:buNone/>
              <a:defRPr sz="100"/>
            </a:lvl1pPr>
            <a:lvl2pPr marL="0" indent="0">
              <a:buNone/>
              <a:defRPr sz="100"/>
            </a:lvl2pPr>
            <a:lvl3pPr marL="0" indent="0">
              <a:buNone/>
              <a:defRPr sz="100"/>
            </a:lvl3pPr>
            <a:lvl4pPr marL="0" indent="0">
              <a:buNone/>
              <a:defRPr sz="100"/>
            </a:lvl4pPr>
            <a:lvl5pPr marL="0" indent="0">
              <a:buNone/>
              <a:defRPr sz="100"/>
            </a:lvl5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Content Placeholder 16">
            <a:extLst>
              <a:ext uri="{FF2B5EF4-FFF2-40B4-BE49-F238E27FC236}">
                <a16:creationId xmlns:a16="http://schemas.microsoft.com/office/drawing/2014/main" id="{7324DA3D-8837-4E90-8B42-BC383F017C2B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8128000" y="2951013"/>
            <a:ext cx="3475037" cy="2788752"/>
          </a:xfrm>
        </p:spPr>
        <p:txBody>
          <a:bodyPr/>
          <a:lstStyle>
            <a:lvl1pPr>
              <a:defRPr sz="1000"/>
            </a:lvl1pPr>
            <a:lvl2pPr>
              <a:defRPr sz="1000"/>
            </a:lvl2pPr>
            <a:lvl3pPr>
              <a:defRPr sz="8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CC2C5B4-0CEA-48E6-9BA2-F8B9CA5BE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568486435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612" userDrawn="1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842" userDrawn="1">
          <p15:clr>
            <a:srgbClr val="5ACBF0"/>
          </p15:clr>
        </p15:guide>
        <p15:guide id="11" orient="horz" pos="1275" userDrawn="1">
          <p15:clr>
            <a:srgbClr val="5ACBF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Produ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0CA3A818-AA31-4BF6-A4C4-C805CCA29124}"/>
              </a:ext>
            </a:extLst>
          </p:cNvPr>
          <p:cNvSpPr/>
          <p:nvPr userDrawn="1"/>
        </p:nvSpPr>
        <p:spPr>
          <a:xfrm>
            <a:off x="588387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5" name="Text Placeholder 3">
            <a:extLst>
              <a:ext uri="{FF2B5EF4-FFF2-40B4-BE49-F238E27FC236}">
                <a16:creationId xmlns:a16="http://schemas.microsoft.com/office/drawing/2014/main" id="{7B003B0A-786C-4C57-B303-7A366B39C7D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85217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83C52E2-057A-4B53-8F31-B05DF77524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16555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5D58E01-097F-41EB-809A-E7059986FF1B}"/>
              </a:ext>
            </a:extLst>
          </p:cNvPr>
          <p:cNvSpPr/>
          <p:nvPr userDrawn="1"/>
        </p:nvSpPr>
        <p:spPr bwMode="auto">
          <a:xfrm>
            <a:off x="588387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816555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EE3E95-B158-4C86-84DF-A9A13E023DB6}"/>
              </a:ext>
            </a:extLst>
          </p:cNvPr>
          <p:cNvSpPr/>
          <p:nvPr userDrawn="1"/>
        </p:nvSpPr>
        <p:spPr>
          <a:xfrm>
            <a:off x="4359071" y="1361256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21E2461-F046-4629-B68B-D8EE0ED76B5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587239" y="3898077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F76B0EA-9AD2-41EB-ADA3-35F181847420}"/>
              </a:ext>
            </a:extLst>
          </p:cNvPr>
          <p:cNvSpPr/>
          <p:nvPr userDrawn="1"/>
        </p:nvSpPr>
        <p:spPr bwMode="auto">
          <a:xfrm>
            <a:off x="4359071" y="2001337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8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D6D6B7E8-8355-48AE-AA16-7F356A160BC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587239" y="2166685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D0F26A8-11EC-43E1-8523-7B0228D9735B}"/>
              </a:ext>
            </a:extLst>
          </p:cNvPr>
          <p:cNvSpPr/>
          <p:nvPr userDrawn="1"/>
        </p:nvSpPr>
        <p:spPr>
          <a:xfrm>
            <a:off x="8129756" y="1355289"/>
            <a:ext cx="3473857" cy="4297680"/>
          </a:xfrm>
          <a:prstGeom prst="rect">
            <a:avLst/>
          </a:prstGeom>
          <a:solidFill>
            <a:srgbClr val="19181C"/>
          </a:solidFill>
          <a:ln w="25400" cap="flat" cmpd="sng" algn="ctr">
            <a:noFill/>
            <a:prstDash val="solid"/>
          </a:ln>
          <a:effectLst/>
        </p:spPr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B08E5BD0-8E67-461B-B922-64413A6BE117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357924" y="3892110"/>
            <a:ext cx="3017520" cy="1598666"/>
          </a:xfrm>
        </p:spPr>
        <p:txBody>
          <a:bodyPr>
            <a:noAutofit/>
          </a:bodyPr>
          <a:lstStyle>
            <a:lvl1pPr>
              <a:defRPr sz="1400"/>
            </a:lvl1pPr>
            <a:lvl2pPr>
              <a:defRPr sz="12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A17C328-65EC-49F9-96BC-655F5BDAE853}"/>
              </a:ext>
            </a:extLst>
          </p:cNvPr>
          <p:cNvSpPr/>
          <p:nvPr userDrawn="1"/>
        </p:nvSpPr>
        <p:spPr bwMode="auto">
          <a:xfrm>
            <a:off x="8129756" y="1995370"/>
            <a:ext cx="3473857" cy="1737360"/>
          </a:xfrm>
          <a:prstGeom prst="rect">
            <a:avLst/>
          </a:prstGeom>
          <a:gradFill flip="none" rotWithShape="1">
            <a:gsLst>
              <a:gs pos="100000">
                <a:srgbClr val="8D8C95">
                  <a:alpha val="2745"/>
                </a:srgbClr>
              </a:gs>
              <a:gs pos="0">
                <a:srgbClr val="8D8C95">
                  <a:alpha val="12941"/>
                </a:srgbClr>
              </a:gs>
            </a:gsLst>
            <a:lin ang="16200000" scaled="1"/>
            <a:tileRect/>
          </a:gradFill>
          <a:ln w="6350">
            <a:noFill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l" defTabSz="932472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>
              <a:ln>
                <a:noFill/>
              </a:ln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ffectLst/>
              <a:uLnTx/>
              <a:uFillTx/>
              <a:latin typeface="Klavika Regular" panose="020B0604020202020204"/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9E0EE21D-2571-4587-82C6-AF23D68068EF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8357924" y="2160718"/>
            <a:ext cx="3017520" cy="1394729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180000" rIns="0" bIns="1005840" anchor="ctr" anchorCtr="0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A714D4-57F9-4476-BAC0-86F4ED06D1EB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88381" y="5812349"/>
            <a:ext cx="11015231" cy="487868"/>
          </a:xfrm>
        </p:spPr>
        <p:txBody>
          <a:bodyPr anchor="ctr" anchorCtr="0">
            <a:noAutofit/>
          </a:bodyPr>
          <a:lstStyle>
            <a:lvl1pPr marL="0" indent="0" algn="ctr">
              <a:buNone/>
              <a:defRPr sz="2800"/>
            </a:lvl1pPr>
            <a:lvl2pPr marL="0" indent="0" algn="ctr">
              <a:buNone/>
              <a:defRPr sz="2800"/>
            </a:lvl2pPr>
            <a:lvl3pPr marL="0" indent="0" algn="ctr">
              <a:buNone/>
              <a:defRPr sz="2800"/>
            </a:lvl3pPr>
            <a:lvl4pPr marL="0" indent="0" algn="ctr">
              <a:buNone/>
              <a:defRPr sz="2800"/>
            </a:lvl4pPr>
            <a:lvl5pPr marL="0" indent="0" algn="ctr">
              <a:buNone/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82B82D46-6BE4-4842-99AA-5D585A8411A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4355901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7" name="Text Placeholder 3">
            <a:extLst>
              <a:ext uri="{FF2B5EF4-FFF2-40B4-BE49-F238E27FC236}">
                <a16:creationId xmlns:a16="http://schemas.microsoft.com/office/drawing/2014/main" id="{2921C6F5-BAE0-41B0-A919-ABDAF35DADBC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132925" y="1304926"/>
            <a:ext cx="3473857" cy="690444"/>
          </a:xfrm>
          <a:solidFill>
            <a:srgbClr val="242428"/>
          </a:solidFill>
        </p:spPr>
        <p:txBody>
          <a:bodyPr lIns="72000" tIns="72000" rIns="72000" bIns="72000" anchor="ctr" anchorCtr="0">
            <a:noAutofit/>
          </a:bodyPr>
          <a:lstStyle>
            <a:lvl1pPr marL="0" indent="0" algn="ctr">
              <a:buNone/>
              <a:defRPr sz="1800" b="1"/>
            </a:lvl1pPr>
            <a:lvl2pPr marL="0" indent="0" algn="ctr">
              <a:buNone/>
              <a:defRPr sz="1800" b="1"/>
            </a:lvl2pPr>
            <a:lvl3pPr marL="0" indent="0" algn="ctr">
              <a:buNone/>
              <a:defRPr sz="1800" b="1"/>
            </a:lvl3pPr>
            <a:lvl4pPr marL="0" indent="0" algn="ctr">
              <a:buNone/>
              <a:defRPr sz="1800" b="1"/>
            </a:lvl4pPr>
            <a:lvl5pPr marL="0" indent="0" algn="ctr">
              <a:buNone/>
              <a:defRPr sz="1800" b="1"/>
            </a:lvl5pPr>
          </a:lstStyle>
          <a:p>
            <a:pPr lvl="0"/>
            <a:r>
              <a:rPr lang="en-US" dirty="0"/>
              <a:t>Click to add heading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8" name="Title 1">
            <a:extLst>
              <a:ext uri="{FF2B5EF4-FFF2-40B4-BE49-F238E27FC236}">
                <a16:creationId xmlns:a16="http://schemas.microsoft.com/office/drawing/2014/main" id="{3C91994A-3654-4C3E-A312-4B73609F51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263" y="591790"/>
            <a:ext cx="11018520" cy="430887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7005379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822">
          <p15:clr>
            <a:srgbClr val="5ACBF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pictur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833B58-0629-4A46-8711-902C16A99314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82613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1231301F-62BD-4CF6-8990-CDF00AFC8CC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82612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7E8A9C08-F392-459F-B90B-EDBF4A830C5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3413908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E401A97-B3D4-43E4-9B09-8AD4B6B2606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gray">
          <a:xfrm>
            <a:off x="3413908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05B401B2-8D93-427E-90A4-52337B3965E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245204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7223C820-5673-4288-A9D6-185A95066B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gray">
          <a:xfrm>
            <a:off x="6245204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Drag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38E883C1-8203-4549-AF30-B96AEC45AC68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076500" y="4543640"/>
            <a:ext cx="2532888" cy="1725397"/>
          </a:xfrm>
        </p:spPr>
        <p:txBody>
          <a:bodyPr>
            <a:normAutofit/>
          </a:bodyPr>
          <a:lstStyle>
            <a:lvl1pPr marL="0" indent="0" algn="ctr">
              <a:spcBef>
                <a:spcPts val="0"/>
              </a:spcBef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Picture Placeholder" descr="This photo is a 'placeholder' only. Drag or drop your photo here, or click and tap the center to insert a photo.">
            <a:extLst>
              <a:ext uri="{FF2B5EF4-FFF2-40B4-BE49-F238E27FC236}">
                <a16:creationId xmlns:a16="http://schemas.microsoft.com/office/drawing/2014/main" id="{BBD58C33-921C-42F1-9803-1C798DB548C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9076500" y="1815353"/>
            <a:ext cx="2532888" cy="2532888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lIns="0" tIns="360000" rIns="0" bIns="0" anchor="t" anchorCtr="0">
            <a:noAutofit/>
          </a:bodyPr>
          <a:lstStyle>
            <a:lvl1pPr marL="0" indent="0" algn="ctr">
              <a:lnSpc>
                <a:spcPct val="100000"/>
              </a:lnSpc>
              <a:buNone/>
              <a:defRPr sz="1000" b="1">
                <a:solidFill>
                  <a:srgbClr val="FFFFFF"/>
                </a:solidFill>
                <a:latin typeface="+mn-lt"/>
                <a:cs typeface="Klavika Regular" panose="020B0502040204020203" pitchFamily="34" charset="0"/>
              </a:defRPr>
            </a:lvl1pPr>
          </a:lstStyle>
          <a:p>
            <a:r>
              <a:rPr lang="en-US" dirty="0"/>
              <a:t>Dag &amp; drop your photo here </a:t>
            </a:r>
            <a:br>
              <a:rPr lang="en-US" dirty="0"/>
            </a:br>
            <a:r>
              <a:rPr lang="en-US" dirty="0"/>
              <a:t>or click or tap icon below </a:t>
            </a:r>
            <a:br>
              <a:rPr lang="en-US" dirty="0"/>
            </a:br>
            <a:r>
              <a:rPr lang="en-US" dirty="0"/>
              <a:t>to insert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29770F-45CE-4505-A3E9-DB203881F2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2735740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2856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1963">
          <p15:clr>
            <a:srgbClr val="5ACBF0"/>
          </p15:clr>
        </p15:guide>
        <p15:guide id="7" pos="2150">
          <p15:clr>
            <a:srgbClr val="5ACBF0"/>
          </p15:clr>
        </p15:guide>
        <p15:guide id="8" pos="3746">
          <p15:clr>
            <a:srgbClr val="5ACBF0"/>
          </p15:clr>
        </p15:guide>
        <p15:guide id="9" pos="3934">
          <p15:clr>
            <a:srgbClr val="5ACBF0"/>
          </p15:clr>
        </p15:guide>
        <p15:guide id="10" pos="5530">
          <p15:clr>
            <a:srgbClr val="5ACBF0"/>
          </p15:clr>
        </p15:guide>
        <p15:guide id="11" pos="5716">
          <p15:clr>
            <a:srgbClr val="5ACBF0"/>
          </p15:clr>
        </p15:guide>
        <p15:guide id="12" orient="horz" pos="1139" userDrawn="1">
          <p15:clr>
            <a:srgbClr val="5ACBF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ore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09B8F0-E785-4993-A9CA-BE8D371B2F1C}"/>
              </a:ext>
            </a:extLst>
          </p:cNvPr>
          <p:cNvSpPr/>
          <p:nvPr userDrawn="1"/>
        </p:nvSpPr>
        <p:spPr bwMode="auto">
          <a:xfrm>
            <a:off x="72575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6082FB-3119-4714-B0C0-D572EC975527}"/>
              </a:ext>
            </a:extLst>
          </p:cNvPr>
          <p:cNvSpPr/>
          <p:nvPr userDrawn="1"/>
        </p:nvSpPr>
        <p:spPr bwMode="auto">
          <a:xfrm>
            <a:off x="58826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020223-B6E5-4A3F-B38B-BD07D5D6594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2765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C7966-C4D7-49C0-B78C-2335EC9122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9044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453DD438-6A23-4472-B641-263CA368D71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9044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1976077-CE80-43B8-9EE5-625D9EBF3AFE}"/>
              </a:ext>
            </a:extLst>
          </p:cNvPr>
          <p:cNvSpPr/>
          <p:nvPr userDrawn="1"/>
        </p:nvSpPr>
        <p:spPr bwMode="auto">
          <a:xfrm>
            <a:off x="588263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A4A6B61-EF71-4B61-BCE3-366255FDF1EC}"/>
              </a:ext>
            </a:extLst>
          </p:cNvPr>
          <p:cNvSpPr/>
          <p:nvPr userDrawn="1"/>
        </p:nvSpPr>
        <p:spPr bwMode="auto">
          <a:xfrm>
            <a:off x="725755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2" name="Text Placeholder 4">
            <a:extLst>
              <a:ext uri="{FF2B5EF4-FFF2-40B4-BE49-F238E27FC236}">
                <a16:creationId xmlns:a16="http://schemas.microsoft.com/office/drawing/2014/main" id="{40B7D3AE-CE8F-4AFB-89D1-7B9F5309DE1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27657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3" name="Text Placeholder 6">
            <a:extLst>
              <a:ext uri="{FF2B5EF4-FFF2-40B4-BE49-F238E27FC236}">
                <a16:creationId xmlns:a16="http://schemas.microsoft.com/office/drawing/2014/main" id="{6CF9214B-A0AA-4B6C-B28E-D4EBC5ADE43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90443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4" name="Text Placeholder 18">
            <a:extLst>
              <a:ext uri="{FF2B5EF4-FFF2-40B4-BE49-F238E27FC236}">
                <a16:creationId xmlns:a16="http://schemas.microsoft.com/office/drawing/2014/main" id="{C4CC4422-DCB4-43AA-AAD9-BCD5D2AA4B9C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390444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805574-3B72-481E-A744-EA088066496F}"/>
              </a:ext>
            </a:extLst>
          </p:cNvPr>
          <p:cNvSpPr/>
          <p:nvPr userDrawn="1"/>
        </p:nvSpPr>
        <p:spPr bwMode="auto">
          <a:xfrm>
            <a:off x="4493592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BB8D822-4AF5-4132-A5BC-447AFB46D9A1}"/>
              </a:ext>
            </a:extLst>
          </p:cNvPr>
          <p:cNvSpPr/>
          <p:nvPr userDrawn="1"/>
        </p:nvSpPr>
        <p:spPr bwMode="auto">
          <a:xfrm>
            <a:off x="4356100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885CB766-3BA7-4C6E-981C-12B89BBC0EB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95494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28" name="Text Placeholder 6">
            <a:extLst>
              <a:ext uri="{FF2B5EF4-FFF2-40B4-BE49-F238E27FC236}">
                <a16:creationId xmlns:a16="http://schemas.microsoft.com/office/drawing/2014/main" id="{8844DE8E-38F4-4A62-9864-CF5DC11D85A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58280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29" name="Text Placeholder 18">
            <a:extLst>
              <a:ext uri="{FF2B5EF4-FFF2-40B4-BE49-F238E27FC236}">
                <a16:creationId xmlns:a16="http://schemas.microsoft.com/office/drawing/2014/main" id="{D1DCB16E-3178-4977-908B-DCB9D5BE6598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158281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3833F72-DCBA-4AB2-B21A-B550376D8C87}"/>
              </a:ext>
            </a:extLst>
          </p:cNvPr>
          <p:cNvSpPr/>
          <p:nvPr userDrawn="1"/>
        </p:nvSpPr>
        <p:spPr bwMode="auto">
          <a:xfrm>
            <a:off x="4502417" y="38989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4259E61-6078-44AA-A8F7-193579B7AE28}"/>
              </a:ext>
            </a:extLst>
          </p:cNvPr>
          <p:cNvSpPr/>
          <p:nvPr userDrawn="1"/>
        </p:nvSpPr>
        <p:spPr bwMode="auto">
          <a:xfrm>
            <a:off x="4364925" y="38989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E4A82533-F2BF-4E0A-BA3B-0430252D758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704319" y="40410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B3A0E84D-D831-421C-9A30-9491AAAF808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167105" y="41293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4" name="Text Placeholder 18">
            <a:extLst>
              <a:ext uri="{FF2B5EF4-FFF2-40B4-BE49-F238E27FC236}">
                <a16:creationId xmlns:a16="http://schemas.microsoft.com/office/drawing/2014/main" id="{BCDABBF1-093E-49D4-A19B-3B845261213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5167106" y="48280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4FBA965-A892-4051-B1FD-FD4306CA19AF}"/>
              </a:ext>
            </a:extLst>
          </p:cNvPr>
          <p:cNvSpPr/>
          <p:nvPr userDrawn="1"/>
        </p:nvSpPr>
        <p:spPr bwMode="auto">
          <a:xfrm>
            <a:off x="8275905" y="1714500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6BE5E53-DE80-4281-9FEC-7ACDD1067819}"/>
              </a:ext>
            </a:extLst>
          </p:cNvPr>
          <p:cNvSpPr/>
          <p:nvPr userDrawn="1"/>
        </p:nvSpPr>
        <p:spPr bwMode="auto">
          <a:xfrm>
            <a:off x="8138413" y="1714500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7" name="Text Placeholder 4">
            <a:extLst>
              <a:ext uri="{FF2B5EF4-FFF2-40B4-BE49-F238E27FC236}">
                <a16:creationId xmlns:a16="http://schemas.microsoft.com/office/drawing/2014/main" id="{4C1E6F08-6F2F-4B8B-9D87-C030E94DF10E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8477807" y="1856689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38" name="Text Placeholder 6">
            <a:extLst>
              <a:ext uri="{FF2B5EF4-FFF2-40B4-BE49-F238E27FC236}">
                <a16:creationId xmlns:a16="http://schemas.microsoft.com/office/drawing/2014/main" id="{2D06001F-6138-4D6F-A243-7FFE1D81CCE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940593" y="1944971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39" name="Text Placeholder 18">
            <a:extLst>
              <a:ext uri="{FF2B5EF4-FFF2-40B4-BE49-F238E27FC236}">
                <a16:creationId xmlns:a16="http://schemas.microsoft.com/office/drawing/2014/main" id="{7841B3D9-6CC3-427F-B428-8C3FDE4BE069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8940594" y="2643619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41224F9-6A4C-4C65-8E42-6E3D85470B57}"/>
              </a:ext>
            </a:extLst>
          </p:cNvPr>
          <p:cNvSpPr/>
          <p:nvPr userDrawn="1"/>
        </p:nvSpPr>
        <p:spPr bwMode="auto">
          <a:xfrm>
            <a:off x="8270254" y="3895725"/>
            <a:ext cx="3333483" cy="1981200"/>
          </a:xfrm>
          <a:prstGeom prst="rect">
            <a:avLst/>
          </a:prstGeom>
          <a:solidFill>
            <a:schemeClr val="bg2">
              <a:lumMod val="50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2903A56-607B-4490-BE1F-86412530286F}"/>
              </a:ext>
            </a:extLst>
          </p:cNvPr>
          <p:cNvSpPr/>
          <p:nvPr userDrawn="1"/>
        </p:nvSpPr>
        <p:spPr bwMode="auto">
          <a:xfrm>
            <a:off x="8132762" y="3895725"/>
            <a:ext cx="137492" cy="1981200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2"/>
            </a:bgClr>
          </a:patt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US" sz="200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2" name="Text Placeholder 4">
            <a:extLst>
              <a:ext uri="{FF2B5EF4-FFF2-40B4-BE49-F238E27FC236}">
                <a16:creationId xmlns:a16="http://schemas.microsoft.com/office/drawing/2014/main" id="{DE7C2246-8982-4ECB-88AC-EB1C473C2B5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472156" y="4037914"/>
            <a:ext cx="425773" cy="677108"/>
          </a:xfrm>
        </p:spPr>
        <p:txBody>
          <a:bodyPr>
            <a:noAutofit/>
          </a:bodyPr>
          <a:lstStyle>
            <a:lvl1pPr marL="0" indent="0">
              <a:buNone/>
              <a:defRPr sz="4400" b="1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2pPr>
            <a:lvl3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3pPr>
            <a:lvl4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4pPr>
            <a:lvl5pPr marL="0" indent="0">
              <a:buNone/>
              <a:defRPr sz="4400" b="1">
                <a:solidFill>
                  <a:schemeClr val="bg1">
                    <a:lumMod val="85000"/>
                  </a:schemeClr>
                </a:solidFill>
              </a:defRPr>
            </a:lvl5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43" name="Text Placeholder 6">
            <a:extLst>
              <a:ext uri="{FF2B5EF4-FFF2-40B4-BE49-F238E27FC236}">
                <a16:creationId xmlns:a16="http://schemas.microsoft.com/office/drawing/2014/main" id="{709DFA2F-B194-435C-9191-8090148D15F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934942" y="4126196"/>
            <a:ext cx="2593370" cy="595027"/>
          </a:xfrm>
        </p:spPr>
        <p:txBody>
          <a:bodyPr/>
          <a:lstStyle>
            <a:lvl1pPr marL="0" indent="0">
              <a:buNone/>
              <a:defRPr lang="en-US" sz="1600" b="1" dirty="0" smtClean="0">
                <a:solidFill>
                  <a:schemeClr val="tx1"/>
                </a:solidFill>
              </a:defRPr>
            </a:lvl1pPr>
            <a:lvl2pPr marL="0" indent="0">
              <a:buNone/>
              <a:defRPr lang="en-GB" sz="1600" b="1" dirty="0"/>
            </a:lvl2pPr>
            <a:lvl3pPr marL="0" indent="0">
              <a:buNone/>
              <a:defRPr sz="1600" b="1"/>
            </a:lvl3pPr>
            <a:lvl4pPr marL="0" indent="0">
              <a:buNone/>
              <a:defRPr sz="1600" b="1"/>
            </a:lvl4pPr>
            <a:lvl5pPr marL="0" indent="0">
              <a:buNone/>
              <a:defRPr sz="1600" b="1"/>
            </a:lvl5pPr>
          </a:lstStyle>
          <a:p>
            <a:pPr lvl="0"/>
            <a:r>
              <a:rPr lang="en-US" dirty="0"/>
              <a:t>Click to add heading</a:t>
            </a:r>
            <a:endParaRPr lang="en-GB" dirty="0"/>
          </a:p>
        </p:txBody>
      </p:sp>
      <p:sp>
        <p:nvSpPr>
          <p:cNvPr id="44" name="Text Placeholder 18">
            <a:extLst>
              <a:ext uri="{FF2B5EF4-FFF2-40B4-BE49-F238E27FC236}">
                <a16:creationId xmlns:a16="http://schemas.microsoft.com/office/drawing/2014/main" id="{66A57C42-7CBF-4742-80C3-46C15991F8E9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934943" y="4824844"/>
            <a:ext cx="2593370" cy="968261"/>
          </a:xfrm>
        </p:spPr>
        <p:txBody>
          <a:bodyPr>
            <a:noAutofit/>
          </a:bodyPr>
          <a:lstStyle>
            <a:lvl1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1pPr>
            <a:lvl2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2pPr>
            <a:lvl3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3pPr>
            <a:lvl4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4pPr>
            <a:lvl5pPr marL="0" indent="0">
              <a:lnSpc>
                <a:spcPct val="130000"/>
              </a:lnSpc>
              <a:buNone/>
              <a:defRPr sz="10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08E6D12-E7E5-4852-90CA-46E41D32C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6365264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" orient="horz" pos="3702" userDrawn="1">
          <p15:clr>
            <a:srgbClr val="5ACBF0"/>
          </p15:clr>
        </p15:guide>
        <p15:guide id="5" orient="horz" pos="288">
          <p15:clr>
            <a:srgbClr val="5ACBF0"/>
          </p15:clr>
        </p15:guide>
        <p15:guide id="6" pos="2557">
          <p15:clr>
            <a:srgbClr val="5ACBF0"/>
          </p15:clr>
        </p15:guide>
        <p15:guide id="7" pos="2744">
          <p15:clr>
            <a:srgbClr val="5ACBF0"/>
          </p15:clr>
        </p15:guide>
        <p15:guide id="8" pos="4936">
          <p15:clr>
            <a:srgbClr val="5ACBF0"/>
          </p15:clr>
        </p15:guide>
        <p15:guide id="9" pos="5123">
          <p15:clr>
            <a:srgbClr val="5ACBF0"/>
          </p15:clr>
        </p15:guide>
        <p15:guide id="10" orient="horz" pos="1071" userDrawn="1">
          <p15:clr>
            <a:srgbClr val="5ACBF0"/>
          </p15:clr>
        </p15:guide>
        <p15:guide id="11" orient="horz" pos="2455" userDrawn="1">
          <p15:clr>
            <a:srgbClr val="5ACBF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reenshot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9D883269-C75C-4B87-8CD9-BE4E94E2B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2C923CE-7CB3-4CF0-AAA2-722B1683A10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115300" y="2017713"/>
            <a:ext cx="3494088" cy="4251325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</a:lstStyle>
          <a:p>
            <a:pPr lvl="0"/>
            <a:r>
              <a:rPr lang="en-US" dirty="0"/>
              <a:t>Add a caption</a:t>
            </a:r>
          </a:p>
        </p:txBody>
      </p:sp>
      <p:sp>
        <p:nvSpPr>
          <p:cNvPr id="3" name="Picture Placeholder 2" descr="This screenshot is a 'placeholder' only. Drag or drop your screen shot here, or click and tap the center to insert a photo.">
            <a:extLst>
              <a:ext uri="{FF2B5EF4-FFF2-40B4-BE49-F238E27FC236}">
                <a16:creationId xmlns:a16="http://schemas.microsoft.com/office/drawing/2014/main" id="{32952E5A-3BE5-4580-872E-DC3A31E8D445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 bwMode="gray">
          <a:xfrm>
            <a:off x="582612" y="1436688"/>
            <a:ext cx="7253288" cy="4832350"/>
          </a:xfrm>
          <a:pattFill prst="wdUpDiag">
            <a:fgClr>
              <a:schemeClr val="accent1">
                <a:lumMod val="50000"/>
              </a:schemeClr>
            </a:fgClr>
            <a:bgClr>
              <a:schemeClr val="tx2">
                <a:lumMod val="50000"/>
              </a:schemeClr>
            </a:bgClr>
          </a:pattFill>
        </p:spPr>
        <p:txBody>
          <a:bodyPr tIns="720000" bIns="1005840" anchor="t" anchorCtr="0">
            <a:noAutofit/>
          </a:bodyPr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r>
              <a:rPr lang="en-US" dirty="0"/>
              <a:t>Drag &amp; drop a</a:t>
            </a:r>
            <a:br>
              <a:rPr lang="en-US" dirty="0"/>
            </a:br>
            <a:r>
              <a:rPr lang="en-US" dirty="0"/>
              <a:t>screenshot here</a:t>
            </a:r>
            <a:br>
              <a:rPr lang="en-US" dirty="0"/>
            </a:br>
            <a:r>
              <a:rPr lang="en-US" dirty="0"/>
              <a:t>or click or tap icon</a:t>
            </a:r>
            <a:br>
              <a:rPr lang="en-US" dirty="0"/>
            </a:br>
            <a:r>
              <a:rPr lang="en-US" dirty="0"/>
              <a:t>below to insert</a:t>
            </a:r>
          </a:p>
        </p:txBody>
      </p:sp>
    </p:spTree>
    <p:extLst>
      <p:ext uri="{BB962C8B-B14F-4D97-AF65-F5344CB8AC3E}">
        <p14:creationId xmlns:p14="http://schemas.microsoft.com/office/powerpoint/2010/main" val="3633176217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0" pos="4937">
          <p15:clr>
            <a:srgbClr val="5ACBF0"/>
          </p15:clr>
        </p15:guide>
        <p15:guide id="21" pos="5112">
          <p15:clr>
            <a:srgbClr val="5ACBF0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D31026A-4A74-439D-A8F5-DB82A03E71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4200" y="2131029"/>
            <a:ext cx="3468956" cy="861774"/>
          </a:xfrm>
        </p:spPr>
        <p:txBody>
          <a:bodyPr anchor="t"/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08DBB0A-21C9-483B-83DA-E59B5C357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646104" y="2131028"/>
            <a:ext cx="6961188" cy="3980641"/>
          </a:xfrm>
        </p:spPr>
        <p:txBody>
          <a:bodyPr>
            <a:normAutofit/>
          </a:bodyPr>
          <a:lstStyle>
            <a:lvl1pPr marL="320040" indent="-320040">
              <a:spcAft>
                <a:spcPts val="1200"/>
              </a:spcAft>
              <a:buFont typeface="+mj-lt"/>
              <a:buAutoNum type="arabicPeriod"/>
              <a:defRPr sz="2000"/>
            </a:lvl1pPr>
            <a:lvl2pPr marL="228600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9FD800B-7DF4-487A-ADA4-F44FB0D5A3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588263" y="1842902"/>
            <a:ext cx="3477325" cy="0"/>
          </a:xfrm>
          <a:prstGeom prst="line">
            <a:avLst/>
          </a:prstGeom>
          <a:ln w="63500">
            <a:solidFill>
              <a:schemeClr val="accent1">
                <a:lumMod val="20000"/>
                <a:lumOff val="80000"/>
              </a:schemeClr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17D0DD9-81B9-4F58-9346-51EE2B8F8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4648200" y="1842902"/>
            <a:ext cx="6961188" cy="0"/>
          </a:xfrm>
          <a:prstGeom prst="line">
            <a:avLst/>
          </a:prstGeom>
          <a:ln w="6350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6793507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12" pos="2561">
          <p15:clr>
            <a:srgbClr val="5ACBF0"/>
          </p15:clr>
        </p15:guide>
        <p15:guide id="29" orient="horz" pos="1271">
          <p15:clr>
            <a:srgbClr val="5ACBF0"/>
          </p15:clr>
        </p15:guide>
        <p15:guide id="33" pos="2928">
          <p15:clr>
            <a:srgbClr val="5ACBF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side by s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5C076-3B78-4451-8068-576892A08E9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263" y="585787"/>
            <a:ext cx="3182027" cy="5683249"/>
          </a:xfrm>
        </p:spPr>
        <p:txBody>
          <a:bodyPr anchor="ctr"/>
          <a:lstStyle>
            <a:lvl1pPr>
              <a:defRPr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015781-2431-48C9-AEF1-52FBD41AF3F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941888" y="292099"/>
            <a:ext cx="6667500" cy="5976939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35867F2-3994-4092-B53B-5792FEE698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4356100" y="2264940"/>
            <a:ext cx="0" cy="2059178"/>
          </a:xfrm>
          <a:prstGeom prst="line">
            <a:avLst/>
          </a:prstGeom>
          <a:ln w="6350">
            <a:solidFill>
              <a:schemeClr val="accent1"/>
            </a:solidFill>
            <a:headEnd type="none" w="lg" len="med"/>
            <a:tailEnd type="none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5025546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30" pos="2376">
          <p15:clr>
            <a:srgbClr val="5ACBF0"/>
          </p15:clr>
        </p15:guide>
        <p15:guide id="31" pos="3113">
          <p15:clr>
            <a:srgbClr val="5ACBF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585216" y="3104745"/>
            <a:ext cx="7180360" cy="443198"/>
          </a:xfrm>
          <a:noFill/>
        </p:spPr>
        <p:txBody>
          <a:bodyPr wrap="square" lIns="0" tIns="0" rIns="0" bIns="0" anchor="b" anchorCtr="0">
            <a:spAutoFit/>
          </a:bodyPr>
          <a:lstStyle>
            <a:lvl1pPr algn="l" defTabSz="932742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US" sz="3200" b="1" kern="1200" cap="none" spc="-50" baseline="0" dirty="0">
                <a:ln w="3175">
                  <a:noFill/>
                </a:ln>
                <a:solidFill>
                  <a:schemeClr val="tx1"/>
                </a:solidFill>
                <a:effectLst/>
                <a:latin typeface="+mj-lt"/>
                <a:ea typeface="+mn-ea"/>
                <a:cs typeface="Klavika Regular" pitchFamily="34" charset="0"/>
              </a:defRPr>
            </a:lvl1pPr>
          </a:lstStyle>
          <a:p>
            <a:r>
              <a:rPr lang="en-US" dirty="0"/>
              <a:t>Demo title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585216" y="3680069"/>
            <a:ext cx="7180360" cy="307777"/>
          </a:xfrm>
          <a:noFill/>
        </p:spPr>
        <p:txBody>
          <a:bodyPr wrap="square" lIns="0" tIns="0" rIns="0" bIns="0">
            <a:spAutoFit/>
          </a:bodyPr>
          <a:lstStyle>
            <a:lvl1pPr marL="0" indent="0">
              <a:spcBef>
                <a:spcPts val="0"/>
              </a:spcBef>
              <a:spcAft>
                <a:spcPts val="0"/>
              </a:spcAft>
              <a:buFont typeface="Klavika Regular" panose="020B0604020202020204" pitchFamily="34" charset="0"/>
              <a:buNone/>
              <a:defRPr sz="2000" spc="0" baseline="0">
                <a:solidFill>
                  <a:schemeClr val="accent2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D3A967-0FBB-34B4-4FB2-6A371308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8899010" y="3177856"/>
            <a:ext cx="2727281" cy="649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76025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p15="http://schemas.microsoft.com/office/powerpoint/2012/main" xmlns:a14="http://schemas.microsoft.com/office/drawing/2010/main" xmlns:a16="http://schemas.microsoft.com/office/drawing/2014/main"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3" orient="horz" pos="1872" userDrawn="1">
          <p15:clr>
            <a:srgbClr val="5ACBF0"/>
          </p15:clr>
        </p15:guide>
        <p15:guide id="4" orient="horz" pos="2364" userDrawn="1">
          <p15:clr>
            <a:srgbClr val="5ACBF0"/>
          </p15:clr>
        </p15:guide>
        <p15:guide id="5" pos="3840" userDrawn="1">
          <p15:clr>
            <a:srgbClr val="5ACBF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D31CD76-3727-5C5A-936C-21E39A69C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379" y="3200400"/>
            <a:ext cx="10997217" cy="1933360"/>
          </a:xfrm>
        </p:spPr>
        <p:txBody>
          <a:bodyPr anchor="b">
            <a:noAutofit/>
          </a:bodyPr>
          <a:lstStyle>
            <a:lvl1pPr>
              <a:defRPr sz="4000" spc="-20" baseline="0"/>
            </a:lvl1pPr>
          </a:lstStyle>
          <a:p>
            <a:r>
              <a:rPr lang="en-US" dirty="0"/>
              <a:t>Click to edit Master title style</a:t>
            </a:r>
            <a:endParaRPr dirty="0"/>
          </a:p>
        </p:txBody>
      </p:sp>
      <p:sp>
        <p:nvSpPr>
          <p:cNvPr id="7" name="Text Placeholder 9">
            <a:extLst>
              <a:ext uri="{FF2B5EF4-FFF2-40B4-BE49-F238E27FC236}">
                <a16:creationId xmlns:a16="http://schemas.microsoft.com/office/drawing/2014/main" id="{667B108C-113D-497F-670A-DDAF72E893B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3380" y="5230505"/>
            <a:ext cx="10997217" cy="123171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3200">
                <a:solidFill>
                  <a:schemeClr val="tx2">
                    <a:lumMod val="60000"/>
                    <a:lumOff val="40000"/>
                  </a:schemeClr>
                </a:solidFill>
              </a:defRPr>
            </a:lvl1pPr>
            <a:lvl2pPr marL="0" indent="0">
              <a:spcBef>
                <a:spcPts val="0"/>
              </a:spcBef>
              <a:buFontTx/>
              <a:buNone/>
              <a:defRPr sz="2000"/>
            </a:lvl2pPr>
            <a:lvl3pPr marL="0" indent="0">
              <a:spcBef>
                <a:spcPts val="0"/>
              </a:spcBef>
              <a:buFontTx/>
              <a:buNone/>
              <a:defRPr sz="2000"/>
            </a:lvl3pPr>
            <a:lvl4pPr marL="0" indent="0">
              <a:spcBef>
                <a:spcPts val="0"/>
              </a:spcBef>
              <a:buFontTx/>
              <a:buNone/>
              <a:defRPr sz="2000"/>
            </a:lvl4pPr>
            <a:lvl5pPr marL="0" indent="0">
              <a:spcBef>
                <a:spcPts val="0"/>
              </a:spcBef>
              <a:buFontTx/>
              <a:buNone/>
              <a:defRPr sz="2000"/>
            </a:lvl5pPr>
            <a:lvl6pPr marL="0" indent="0">
              <a:spcBef>
                <a:spcPts val="0"/>
              </a:spcBef>
              <a:buFontTx/>
              <a:buNone/>
              <a:defRPr sz="2000"/>
            </a:lvl6pPr>
            <a:lvl7pPr marL="0" indent="0">
              <a:spcBef>
                <a:spcPts val="0"/>
              </a:spcBef>
              <a:buFontTx/>
              <a:buNone/>
              <a:defRPr sz="2000"/>
            </a:lvl7pPr>
            <a:lvl8pPr marL="0" indent="0">
              <a:spcBef>
                <a:spcPts val="0"/>
              </a:spcBef>
              <a:buFontTx/>
              <a:buNone/>
              <a:defRPr sz="2000"/>
            </a:lvl8pPr>
            <a:lvl9pPr marL="0" indent="0">
              <a:spcBef>
                <a:spcPts val="0"/>
              </a:spcBef>
              <a:buFontTx/>
              <a:buNone/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47A3218-9FBC-D7FF-A0AC-D9847C153B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584199" y="789515"/>
            <a:ext cx="2302302" cy="548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218140"/>
      </p:ext>
    </p:extLst>
  </p:cSld>
  <p:clrMapOvr>
    <a:masterClrMapping/>
  </p:clrMapOvr>
  <p:transition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5705601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6" pos="779">
          <p15:clr>
            <a:srgbClr val="A4A3A4"/>
          </p15:clr>
        </p15:guide>
        <p15:guide id="7" pos="962">
          <p15:clr>
            <a:srgbClr val="A4A3A4"/>
          </p15:clr>
        </p15:guide>
        <p15:guide id="8" pos="1373">
          <p15:clr>
            <a:srgbClr val="A4A3A4"/>
          </p15:clr>
        </p15:guide>
        <p15:guide id="9" pos="1556">
          <p15:clr>
            <a:srgbClr val="A4A3A4"/>
          </p15:clr>
        </p15:guide>
        <p15:guide id="10" pos="1967">
          <p15:clr>
            <a:srgbClr val="A4A3A4"/>
          </p15:clr>
        </p15:guide>
        <p15:guide id="11" pos="2150">
          <p15:clr>
            <a:srgbClr val="A4A3A4"/>
          </p15:clr>
        </p15:guide>
        <p15:guide id="12" pos="2561">
          <p15:clr>
            <a:srgbClr val="A4A3A4"/>
          </p15:clr>
        </p15:guide>
        <p15:guide id="13" pos="2744">
          <p15:clr>
            <a:srgbClr val="A4A3A4"/>
          </p15:clr>
        </p15:guide>
        <p15:guide id="14" pos="3155">
          <p15:clr>
            <a:srgbClr val="A4A3A4"/>
          </p15:clr>
        </p15:guide>
        <p15:guide id="15" pos="3338">
          <p15:clr>
            <a:srgbClr val="A4A3A4"/>
          </p15:clr>
        </p15:guide>
        <p15:guide id="16" pos="3749">
          <p15:clr>
            <a:srgbClr val="A4A3A4"/>
          </p15:clr>
        </p15:guide>
        <p15:guide id="17" pos="3932">
          <p15:clr>
            <a:srgbClr val="A4A3A4"/>
          </p15:clr>
        </p15:guide>
        <p15:guide id="18" pos="4343">
          <p15:clr>
            <a:srgbClr val="A4A3A4"/>
          </p15:clr>
        </p15:guide>
        <p15:guide id="19" pos="4526">
          <p15:clr>
            <a:srgbClr val="A4A3A4"/>
          </p15:clr>
        </p15:guide>
        <p15:guide id="20" pos="4937">
          <p15:clr>
            <a:srgbClr val="A4A3A4"/>
          </p15:clr>
        </p15:guide>
        <p15:guide id="21" pos="5120">
          <p15:clr>
            <a:srgbClr val="A4A3A4"/>
          </p15:clr>
        </p15:guide>
        <p15:guide id="22" pos="5529">
          <p15:clr>
            <a:srgbClr val="A4A3A4"/>
          </p15:clr>
        </p15:guide>
        <p15:guide id="23" pos="5714">
          <p15:clr>
            <a:srgbClr val="A4A3A4"/>
          </p15:clr>
        </p15:guide>
        <p15:guide id="24" pos="6123">
          <p15:clr>
            <a:srgbClr val="A4A3A4"/>
          </p15:clr>
        </p15:guide>
        <p15:guide id="25" pos="6308">
          <p15:clr>
            <a:srgbClr val="A4A3A4"/>
          </p15:clr>
        </p15:guide>
        <p15:guide id="26" pos="6717">
          <p15:clr>
            <a:srgbClr val="A4A3A4"/>
          </p15:clr>
        </p15:guide>
        <p15:guide id="27" pos="6900">
          <p15:clr>
            <a:srgbClr val="A4A3A4"/>
          </p15:clr>
        </p15:guide>
        <p15:guide id="28" orient="horz" pos="905">
          <p15:clr>
            <a:srgbClr val="5ACBF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D0DF2A6-26A8-4810-95DF-F65F123C66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Software code slide</a:t>
            </a:r>
          </a:p>
        </p:txBody>
      </p:sp>
      <p:sp>
        <p:nvSpPr>
          <p:cNvPr id="5" name="Text Placeholder 4" descr="This layout should only be used for developer code. The font used is a monospace font which is ideal for showing code.">
            <a:extLst>
              <a:ext uri="{FF2B5EF4-FFF2-40B4-BE49-F238E27FC236}">
                <a16:creationId xmlns:a16="http://schemas.microsoft.com/office/drawing/2014/main" id="{BA9F61CF-FF79-485A-A6C8-A1952EFD58A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263" y="1436688"/>
            <a:ext cx="11018520" cy="4829522"/>
          </a:xfrm>
        </p:spPr>
        <p:txBody>
          <a:bodyPr/>
          <a:lstStyle>
            <a:lvl1pPr marL="0" indent="0">
              <a:buNone/>
              <a:defRPr sz="20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1pPr>
            <a:lvl2pPr marL="346553" indent="0">
              <a:buNone/>
              <a:defRPr sz="18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2pPr>
            <a:lvl3pPr marL="584607" indent="0">
              <a:buNone/>
              <a:defRPr sz="16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3pPr>
            <a:lvl4pPr marL="814563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4pPr>
            <a:lvl5pPr marL="1050997" indent="0">
              <a:buNone/>
              <a:defRPr sz="140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3058790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 userDrawn="1">
          <p15:clr>
            <a:srgbClr val="5ACBF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claimer and Attribu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DBCE27-18A9-4B58-967D-F414D11BC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9682BFC-72AD-43B8-82AA-B9CAA5B851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88963" y="1436688"/>
            <a:ext cx="11020425" cy="4829175"/>
          </a:xfrm>
        </p:spPr>
        <p:txBody>
          <a:bodyPr/>
          <a:lstStyle>
            <a:lvl1pPr marL="0" indent="0">
              <a:buNone/>
              <a:defRPr sz="1100"/>
            </a:lvl1pPr>
            <a:lvl2pPr marL="228600" indent="0">
              <a:buNone/>
              <a:defRPr sz="1100"/>
            </a:lvl2pPr>
            <a:lvl3pPr marL="457200" indent="0">
              <a:buNone/>
              <a:defRPr sz="1100"/>
            </a:lvl3pPr>
            <a:lvl4pPr marL="661988" indent="0">
              <a:buNone/>
              <a:defRPr sz="1100"/>
            </a:lvl4pPr>
            <a:lvl5pPr marL="855663" indent="0">
              <a:buNone/>
              <a:defRPr sz="11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2743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>
        <p15:guide id="2" orient="horz" pos="905">
          <p15:clr>
            <a:srgbClr val="5ACBF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logo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43334FAC-11C2-4DB4-8249-171553FC7893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29C228-A98B-B784-A41C-3C84AE53BD4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631447" y="2841633"/>
            <a:ext cx="4929105" cy="1174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5069136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 userDrawn="1">
            <p:ph type="title"/>
          </p:nvPr>
        </p:nvSpPr>
        <p:spPr>
          <a:xfrm>
            <a:off x="588263" y="591790"/>
            <a:ext cx="11018520" cy="430887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/>
          <p:cNvSpPr>
            <a:spLocks noGrp="1"/>
          </p:cNvSpPr>
          <p:nvPr userDrawn="1">
            <p:ph type="body" idx="1"/>
          </p:nvPr>
        </p:nvSpPr>
        <p:spPr>
          <a:xfrm>
            <a:off x="584200" y="1435503"/>
            <a:ext cx="11018520" cy="483070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47" name="GRID" hidden="1">
            <a:extLst>
              <a:ext uri="{FF2B5EF4-FFF2-40B4-BE49-F238E27FC236}">
                <a16:creationId xmlns:a16="http://schemas.microsoft.com/office/drawing/2014/main" id="{32B5FFBF-552A-4973-B5B3-9EE3A765185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5CD412E5-2492-4063-96AB-C451FC39F2B6}"/>
                </a:ext>
              </a:extLst>
            </p:cNvPr>
            <p:cNvCxnSpPr/>
            <p:nvPr/>
          </p:nvCxnSpPr>
          <p:spPr>
            <a:xfrm>
              <a:off x="0" y="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D25E7FAE-6A98-413B-871E-10F8DF6FF1E3}"/>
                </a:ext>
              </a:extLst>
            </p:cNvPr>
            <p:cNvCxnSpPr/>
            <p:nvPr/>
          </p:nvCxnSpPr>
          <p:spPr>
            <a:xfrm>
              <a:off x="0" y="29260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F42BDE7-00A0-446E-9CEE-23DDF6A13E6E}"/>
                </a:ext>
              </a:extLst>
            </p:cNvPr>
            <p:cNvCxnSpPr/>
            <p:nvPr/>
          </p:nvCxnSpPr>
          <p:spPr>
            <a:xfrm>
              <a:off x="0" y="585216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AD48FF31-9C6A-4C0C-AB96-ED556488A1BA}"/>
                </a:ext>
              </a:extLst>
            </p:cNvPr>
            <p:cNvCxnSpPr/>
            <p:nvPr/>
          </p:nvCxnSpPr>
          <p:spPr>
            <a:xfrm>
              <a:off x="0" y="6272784"/>
              <a:ext cx="12188952" cy="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8D811B2-F122-4FF3-A4F6-E7291A5152BB}"/>
                </a:ext>
              </a:extLst>
            </p:cNvPr>
            <p:cNvCxnSpPr/>
            <p:nvPr/>
          </p:nvCxnSpPr>
          <p:spPr>
            <a:xfrm>
              <a:off x="0" y="656539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029335-BA6E-4B6F-B752-D02603169DE6}"/>
                </a:ext>
              </a:extLst>
            </p:cNvPr>
            <p:cNvCxnSpPr/>
            <p:nvPr/>
          </p:nvCxnSpPr>
          <p:spPr>
            <a:xfrm>
              <a:off x="0" y="685800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708D55A0-D16C-4191-B9F9-C95B51610B5E}"/>
                </a:ext>
              </a:extLst>
            </p:cNvPr>
            <p:cNvCxnSpPr/>
            <p:nvPr/>
          </p:nvCxnSpPr>
          <p:spPr>
            <a:xfrm>
              <a:off x="0" y="87782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DA3FCB58-9F61-404B-A493-7860A942FCC2}"/>
                </a:ext>
              </a:extLst>
            </p:cNvPr>
            <p:cNvCxnSpPr/>
            <p:nvPr/>
          </p:nvCxnSpPr>
          <p:spPr>
            <a:xfrm>
              <a:off x="0" y="117043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EFD38DF-4402-499A-B7B2-D5BBF3AD467C}"/>
                </a:ext>
              </a:extLst>
            </p:cNvPr>
            <p:cNvCxnSpPr/>
            <p:nvPr/>
          </p:nvCxnSpPr>
          <p:spPr>
            <a:xfrm>
              <a:off x="0" y="146304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26DFD209-A624-4FEA-8F60-067FBF0CC1E8}"/>
                </a:ext>
              </a:extLst>
            </p:cNvPr>
            <p:cNvCxnSpPr/>
            <p:nvPr/>
          </p:nvCxnSpPr>
          <p:spPr>
            <a:xfrm>
              <a:off x="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1B8ED61-88C3-48AA-91A7-BFD779B3B3BA}"/>
                </a:ext>
              </a:extLst>
            </p:cNvPr>
            <p:cNvCxnSpPr/>
            <p:nvPr/>
          </p:nvCxnSpPr>
          <p:spPr>
            <a:xfrm>
              <a:off x="585216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22AC47D-49D2-4B9E-B580-53A7922E5654}"/>
                </a:ext>
              </a:extLst>
            </p:cNvPr>
            <p:cNvCxnSpPr/>
            <p:nvPr/>
          </p:nvCxnSpPr>
          <p:spPr>
            <a:xfrm>
              <a:off x="29260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20D7A2DB-4310-49CD-83F6-55B33BE76665}"/>
                </a:ext>
              </a:extLst>
            </p:cNvPr>
            <p:cNvCxnSpPr/>
            <p:nvPr/>
          </p:nvCxnSpPr>
          <p:spPr>
            <a:xfrm>
              <a:off x="877824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20C40071-7BC6-4682-9CD1-0631E07C9F11}"/>
                </a:ext>
              </a:extLst>
            </p:cNvPr>
            <p:cNvCxnSpPr/>
            <p:nvPr/>
          </p:nvCxnSpPr>
          <p:spPr>
            <a:xfrm>
              <a:off x="117043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E0ACFAA-26E9-44D2-BEF0-E02CAE93F397}"/>
                </a:ext>
              </a:extLst>
            </p:cNvPr>
            <p:cNvCxnSpPr/>
            <p:nvPr/>
          </p:nvCxnSpPr>
          <p:spPr>
            <a:xfrm>
              <a:off x="11021568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5D1186-93AE-4B67-8544-763E0B213AAC}"/>
                </a:ext>
              </a:extLst>
            </p:cNvPr>
            <p:cNvCxnSpPr/>
            <p:nvPr/>
          </p:nvCxnSpPr>
          <p:spPr>
            <a:xfrm>
              <a:off x="11606784" y="0"/>
              <a:ext cx="0" cy="6858000"/>
            </a:xfrm>
            <a:prstGeom prst="line">
              <a:avLst/>
            </a:prstGeom>
            <a:ln w="3175">
              <a:solidFill>
                <a:srgbClr val="DF45D4"/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B1D45AE-FC53-4BB4-A9CD-C563C03A1195}"/>
                </a:ext>
              </a:extLst>
            </p:cNvPr>
            <p:cNvCxnSpPr/>
            <p:nvPr/>
          </p:nvCxnSpPr>
          <p:spPr>
            <a:xfrm>
              <a:off x="11314176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325177A-06D9-4C2A-B7EF-984A90245BF7}"/>
                </a:ext>
              </a:extLst>
            </p:cNvPr>
            <p:cNvCxnSpPr/>
            <p:nvPr/>
          </p:nvCxnSpPr>
          <p:spPr>
            <a:xfrm>
              <a:off x="11899392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D2B67796-DF72-4C3B-A79D-7534FD3084C9}"/>
                </a:ext>
              </a:extLst>
            </p:cNvPr>
            <p:cNvCxnSpPr/>
            <p:nvPr/>
          </p:nvCxnSpPr>
          <p:spPr>
            <a:xfrm>
              <a:off x="12192000" y="0"/>
              <a:ext cx="0" cy="685800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C8B2C409-2FF7-4120-9E48-02A446B82DD6}"/>
                </a:ext>
              </a:extLst>
            </p:cNvPr>
            <p:cNvCxnSpPr/>
            <p:nvPr/>
          </p:nvCxnSpPr>
          <p:spPr>
            <a:xfrm>
              <a:off x="0" y="175564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3E0130A-B11A-42AB-8439-3CB0569F1C08}"/>
                </a:ext>
              </a:extLst>
            </p:cNvPr>
            <p:cNvCxnSpPr/>
            <p:nvPr/>
          </p:nvCxnSpPr>
          <p:spPr>
            <a:xfrm>
              <a:off x="0" y="204825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840B631-CB23-44B8-823B-56619D54F0E4}"/>
                </a:ext>
              </a:extLst>
            </p:cNvPr>
            <p:cNvCxnSpPr/>
            <p:nvPr/>
          </p:nvCxnSpPr>
          <p:spPr>
            <a:xfrm>
              <a:off x="0" y="234086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C7DD460B-BBE5-43D6-95DF-C1C1CC6239C6}"/>
                </a:ext>
              </a:extLst>
            </p:cNvPr>
            <p:cNvCxnSpPr/>
            <p:nvPr/>
          </p:nvCxnSpPr>
          <p:spPr>
            <a:xfrm>
              <a:off x="0" y="263347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F5BEEB4-62B8-420A-9489-8319B9432C34}"/>
                </a:ext>
              </a:extLst>
            </p:cNvPr>
            <p:cNvCxnSpPr/>
            <p:nvPr/>
          </p:nvCxnSpPr>
          <p:spPr>
            <a:xfrm>
              <a:off x="0" y="292608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79242164-82A4-4DA9-B78C-33430C241872}"/>
                </a:ext>
              </a:extLst>
            </p:cNvPr>
            <p:cNvCxnSpPr/>
            <p:nvPr/>
          </p:nvCxnSpPr>
          <p:spPr>
            <a:xfrm>
              <a:off x="0" y="321868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1D8767DD-4892-4904-AE72-87087DD9CCC2}"/>
                </a:ext>
              </a:extLst>
            </p:cNvPr>
            <p:cNvCxnSpPr/>
            <p:nvPr/>
          </p:nvCxnSpPr>
          <p:spPr>
            <a:xfrm>
              <a:off x="0" y="351129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45FC793-2AD0-4021-B3FB-391EDDE6CB63}"/>
                </a:ext>
              </a:extLst>
            </p:cNvPr>
            <p:cNvCxnSpPr/>
            <p:nvPr userDrawn="1"/>
          </p:nvCxnSpPr>
          <p:spPr>
            <a:xfrm>
              <a:off x="0" y="380390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091C6C8-296D-4AA9-8F03-7DEA5FA7D71A}"/>
                </a:ext>
              </a:extLst>
            </p:cNvPr>
            <p:cNvCxnSpPr/>
            <p:nvPr userDrawn="1"/>
          </p:nvCxnSpPr>
          <p:spPr>
            <a:xfrm>
              <a:off x="0" y="409651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71CBDA8A-698A-4B1C-BC41-CD72C2900FE8}"/>
                </a:ext>
              </a:extLst>
            </p:cNvPr>
            <p:cNvCxnSpPr/>
            <p:nvPr userDrawn="1"/>
          </p:nvCxnSpPr>
          <p:spPr>
            <a:xfrm>
              <a:off x="0" y="438912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0780C82-EF19-43A2-BF1B-31FDFBA092CA}"/>
                </a:ext>
              </a:extLst>
            </p:cNvPr>
            <p:cNvCxnSpPr/>
            <p:nvPr userDrawn="1"/>
          </p:nvCxnSpPr>
          <p:spPr>
            <a:xfrm>
              <a:off x="0" y="4681728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13492339-9370-44E2-8C4D-414393DEB764}"/>
                </a:ext>
              </a:extLst>
            </p:cNvPr>
            <p:cNvCxnSpPr/>
            <p:nvPr userDrawn="1"/>
          </p:nvCxnSpPr>
          <p:spPr>
            <a:xfrm>
              <a:off x="0" y="4974336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EBF7CE2A-C0A7-4C6F-88B8-E40107AE34E8}"/>
                </a:ext>
              </a:extLst>
            </p:cNvPr>
            <p:cNvCxnSpPr/>
            <p:nvPr userDrawn="1"/>
          </p:nvCxnSpPr>
          <p:spPr>
            <a:xfrm>
              <a:off x="0" y="5266944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CD7A1D0-B060-4037-BFAE-80FAF89CC35F}"/>
                </a:ext>
              </a:extLst>
            </p:cNvPr>
            <p:cNvCxnSpPr/>
            <p:nvPr userDrawn="1"/>
          </p:nvCxnSpPr>
          <p:spPr>
            <a:xfrm>
              <a:off x="0" y="5559552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2A121C21-7F60-43D7-B9B4-682B9D22E24D}"/>
                </a:ext>
              </a:extLst>
            </p:cNvPr>
            <p:cNvCxnSpPr/>
            <p:nvPr userDrawn="1"/>
          </p:nvCxnSpPr>
          <p:spPr>
            <a:xfrm>
              <a:off x="0" y="5852160"/>
              <a:ext cx="12188952" cy="0"/>
            </a:xfrm>
            <a:prstGeom prst="line">
              <a:avLst/>
            </a:prstGeom>
            <a:ln w="3175">
              <a:solidFill>
                <a:schemeClr val="tx1">
                  <a:alpha val="2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" name=".64 square" hidden="1">
            <a:extLst>
              <a:ext uri="{FF2B5EF4-FFF2-40B4-BE49-F238E27FC236}">
                <a16:creationId xmlns:a16="http://schemas.microsoft.com/office/drawing/2014/main" id="{90E0CE0A-15D7-405F-8DFA-B7F5AF47B03C}"/>
              </a:ext>
            </a:extLst>
          </p:cNvPr>
          <p:cNvSpPr/>
          <p:nvPr userDrawn="1"/>
        </p:nvSpPr>
        <p:spPr bwMode="auto">
          <a:xfrm>
            <a:off x="0" y="0"/>
            <a:ext cx="585216" cy="585216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35" name=".32 square" hidden="1">
            <a:extLst>
              <a:ext uri="{FF2B5EF4-FFF2-40B4-BE49-F238E27FC236}">
                <a16:creationId xmlns:a16="http://schemas.microsoft.com/office/drawing/2014/main" id="{09835393-211C-428D-B22F-51EE7A413599}"/>
              </a:ext>
            </a:extLst>
          </p:cNvPr>
          <p:cNvSpPr/>
          <p:nvPr userDrawn="1"/>
        </p:nvSpPr>
        <p:spPr bwMode="auto">
          <a:xfrm>
            <a:off x="0" y="0"/>
            <a:ext cx="292608" cy="292608"/>
          </a:xfrm>
          <a:prstGeom prst="rect">
            <a:avLst/>
          </a:prstGeom>
          <a:solidFill>
            <a:schemeClr val="tx1">
              <a:alpha val="17000"/>
            </a:schemeClr>
          </a:solidFill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 defTabSz="932472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en-US" sz="2400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6B11974-843F-5942-BA9E-97ADE41C9A58}"/>
              </a:ext>
            </a:extLst>
          </p:cNvPr>
          <p:cNvSpPr txBox="1"/>
          <p:nvPr userDrawn="1"/>
        </p:nvSpPr>
        <p:spPr>
          <a:xfrm>
            <a:off x="196319" y="6553364"/>
            <a:ext cx="114454" cy="190581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algn="r">
              <a:defRPr/>
            </a:pPr>
            <a:fld id="{B50A2252-0B00-49D0-9A28-2F5CCECF09D1}" type="slidenum">
              <a:rPr lang="en-US" sz="700" kern="1200" cap="none" spc="10" baseline="0">
                <a:solidFill>
                  <a:schemeClr val="tx1"/>
                </a:solidFill>
                <a:latin typeface="Klavika Regular" panose="020B0604020202020204" pitchFamily="34" charset="0"/>
                <a:ea typeface="+mn-ea"/>
                <a:cs typeface="Klavika Regular" panose="020B0604020202020204" pitchFamily="34" charset="0"/>
              </a:rPr>
              <a:pPr algn="r">
                <a:defRPr/>
              </a:pPr>
              <a:t>‹#›</a:t>
            </a:fld>
            <a:endParaRPr lang="en-US" sz="700" kern="1200" cap="none" spc="10" baseline="0" dirty="0">
              <a:solidFill>
                <a:schemeClr val="tx1"/>
              </a:solidFill>
              <a:latin typeface="Klavika Regular" panose="020B0604020202020204" pitchFamily="34" charset="0"/>
              <a:ea typeface="+mn-ea"/>
              <a:cs typeface="Klavika Regular" panose="020B0604020202020204" pitchFamily="34" charset="0"/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37A066-5679-7640-9C08-54559BF7A6BC}"/>
              </a:ext>
            </a:extLst>
          </p:cNvPr>
          <p:cNvSpPr txBox="1"/>
          <p:nvPr userDrawn="1"/>
        </p:nvSpPr>
        <p:spPr>
          <a:xfrm>
            <a:off x="444516" y="6543252"/>
            <a:ext cx="26930" cy="198276"/>
          </a:xfrm>
          <a:prstGeom prst="rect">
            <a:avLst/>
          </a:prstGeom>
          <a:noFill/>
        </p:spPr>
        <p:txBody>
          <a:bodyPr wrap="none" lIns="0" tIns="41029" rIns="0" bIns="41029" rtlCol="0" anchor="ctr">
            <a:spAutoFit/>
          </a:bodyPr>
          <a:lstStyle/>
          <a:p>
            <a:pPr marL="0" marR="0" indent="0" algn="l" defTabSz="91436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750" spc="10" dirty="0">
                <a:solidFill>
                  <a:schemeClr val="bg1"/>
                </a:solidFill>
                <a:cs typeface="Klavika Regular" panose="020B0604020202020204" pitchFamily="34" charset="0"/>
              </a:rPr>
              <a:t>|</a:t>
            </a:r>
          </a:p>
        </p:txBody>
      </p:sp>
      <p:sp>
        <p:nvSpPr>
          <p:cNvPr id="50" name="Rectangle 49" descr="{&quot;templafy&quot;:{&quot;binding&quot;:&quot;{{Form.Footer}}&quot;,&quot;type&quot;:&quot;text&quot;}}">
            <a:extLst>
              <a:ext uri="{FF2B5EF4-FFF2-40B4-BE49-F238E27FC236}">
                <a16:creationId xmlns:a16="http://schemas.microsoft.com/office/drawing/2014/main" id="{31FF5E37-9042-4844-B9BE-993B8146017C}"/>
              </a:ext>
            </a:extLst>
          </p:cNvPr>
          <p:cNvSpPr/>
          <p:nvPr userDrawn="1"/>
        </p:nvSpPr>
        <p:spPr bwMode="auto">
          <a:xfrm>
            <a:off x="603380" y="6567862"/>
            <a:ext cx="9000000" cy="161105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2880" tIns="146304" rIns="182880" bIns="146304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 defTabSz="932472" fontAlgn="base">
              <a:spcBef>
                <a:spcPct val="0"/>
              </a:spcBef>
              <a:spcAft>
                <a:spcPct val="0"/>
              </a:spcAft>
            </a:pPr>
            <a:endParaRPr lang="en-GB" sz="750" dirty="0" err="1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Klavika Regular" pitchFamily="34" charset="0"/>
              <a:cs typeface="Klavika Regular" pitchFamily="34" charset="0"/>
            </a:endParaRPr>
          </a:p>
        </p:txBody>
      </p:sp>
      <p:pic>
        <p:nvPicPr>
          <p:cNvPr id="54" name="Picture 53" descr="A picture containing text, clipart&#10;&#10;Description automatically generated">
            <a:extLst>
              <a:ext uri="{FF2B5EF4-FFF2-40B4-BE49-F238E27FC236}">
                <a16:creationId xmlns:a16="http://schemas.microsoft.com/office/drawing/2014/main" id="{507773B8-9BA9-711F-EB8B-F0AE5A2A58D1}"/>
              </a:ext>
            </a:extLst>
          </p:cNvPr>
          <p:cNvPicPr>
            <a:picLocks noChangeAspect="1"/>
          </p:cNvPicPr>
          <p:nvPr userDrawn="1"/>
        </p:nvPicPr>
        <p:blipFill>
          <a:blip r:embed="rId32"/>
          <a:stretch>
            <a:fillRect/>
          </a:stretch>
        </p:blipFill>
        <p:spPr>
          <a:xfrm>
            <a:off x="10883348" y="6393708"/>
            <a:ext cx="1154036" cy="32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98CABBE-77ED-B4FA-CA8E-1CB651D00888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63500" y="63500"/>
            <a:ext cx="37147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FF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35884276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920" r:id="rId1"/>
    <p:sldLayoutId id="2147484926" r:id="rId2"/>
    <p:sldLayoutId id="2147484928" r:id="rId3"/>
    <p:sldLayoutId id="2147484710" r:id="rId4"/>
    <p:sldLayoutId id="2147484240" r:id="rId5"/>
    <p:sldLayoutId id="2147484736" r:id="rId6"/>
    <p:sldLayoutId id="2147484474" r:id="rId7"/>
    <p:sldLayoutId id="2147484639" r:id="rId8"/>
    <p:sldLayoutId id="2147484603" r:id="rId9"/>
    <p:sldLayoutId id="2147484919" r:id="rId10"/>
    <p:sldLayoutId id="2147484751" r:id="rId11"/>
    <p:sldLayoutId id="2147484914" r:id="rId12"/>
    <p:sldLayoutId id="2147484835" r:id="rId13"/>
    <p:sldLayoutId id="2147484929" r:id="rId14"/>
    <p:sldLayoutId id="2147484836" r:id="rId15"/>
    <p:sldLayoutId id="2147484837" r:id="rId16"/>
    <p:sldLayoutId id="2147484838" r:id="rId17"/>
    <p:sldLayoutId id="2147484923" r:id="rId18"/>
    <p:sldLayoutId id="2147484925" r:id="rId19"/>
    <p:sldLayoutId id="2147484839" r:id="rId20"/>
    <p:sldLayoutId id="2147484922" r:id="rId21"/>
    <p:sldLayoutId id="2147484783" r:id="rId22"/>
    <p:sldLayoutId id="2147484784" r:id="rId23"/>
    <p:sldLayoutId id="2147484787" r:id="rId24"/>
    <p:sldLayoutId id="2147484249" r:id="rId25"/>
    <p:sldLayoutId id="2147484927" r:id="rId26"/>
    <p:sldLayoutId id="2147484671" r:id="rId27"/>
    <p:sldLayoutId id="2147484585" r:id="rId28"/>
    <p:sldLayoutId id="2147484924" r:id="rId29"/>
    <p:sldLayoutId id="2147484299" r:id="rId30"/>
  </p:sldLayoutIdLst>
  <p:transition>
    <p:fade/>
  </p:transition>
  <p:hf hdr="0" dt="0"/>
  <p:txStyles>
    <p:titleStyle>
      <a:lvl1pPr algn="l" defTabSz="932742" rtl="0" eaLnBrk="1" latinLnBrk="0" hangingPunct="1">
        <a:lnSpc>
          <a:spcPct val="100000"/>
        </a:lnSpc>
        <a:spcBef>
          <a:spcPct val="0"/>
        </a:spcBef>
        <a:buNone/>
        <a:defRPr lang="en-US" sz="2800" b="1" kern="1200" cap="none" spc="0" baseline="0" dirty="0" smtClean="0">
          <a:ln w="3175">
            <a:noFill/>
          </a:ln>
          <a:solidFill>
            <a:schemeClr val="tx1"/>
          </a:solidFill>
          <a:effectLst/>
          <a:latin typeface="+mj-lt"/>
          <a:ea typeface="+mn-ea"/>
          <a:cs typeface="Klavika Regular" pitchFamily="34" charset="0"/>
        </a:defRPr>
      </a:lvl1pPr>
    </p:titleStyle>
    <p:bodyStyle>
      <a:lvl1pPr marL="228600" marR="0" indent="-228600" algn="l" defTabSz="932742" rtl="0" eaLnBrk="1" fontAlgn="auto" latinLnBrk="0" hangingPunct="1">
        <a:lnSpc>
          <a:spcPct val="100000"/>
        </a:lnSpc>
        <a:spcBef>
          <a:spcPts val="6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800" kern="1200" spc="0" baseline="0">
          <a:solidFill>
            <a:schemeClr val="tx1"/>
          </a:solidFill>
          <a:latin typeface="+mn-lt"/>
          <a:ea typeface="+mn-ea"/>
          <a:cs typeface="Klavika Regular" panose="020B0502040204020203" pitchFamily="34" charset="0"/>
        </a:defRPr>
      </a:lvl1pPr>
      <a:lvl2pPr marL="457200" marR="0" indent="-228600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7225" marR="0" indent="-20002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2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842963" marR="0" indent="-1809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023938" marR="0" indent="-168275" algn="l" defTabSz="932742" rtl="0" eaLnBrk="1" fontAlgn="auto" latinLnBrk="0" hangingPunct="1">
        <a:lnSpc>
          <a:spcPct val="100000"/>
        </a:lnSpc>
        <a:spcBef>
          <a:spcPts val="300"/>
        </a:spcBef>
        <a:spcAft>
          <a:spcPts val="0"/>
        </a:spcAft>
        <a:buClr>
          <a:schemeClr val="accent1"/>
        </a:buClr>
        <a:buSzPct val="100000"/>
        <a:buFont typeface="Klavika Regular" panose="020B0604020202020204" pitchFamily="34" charset="0"/>
        <a:buChar char="•"/>
        <a:tabLst/>
        <a:defRPr sz="11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65040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3031412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97783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964155" indent="-233186" algn="l" defTabSz="932742" rtl="0" eaLnBrk="1" latinLnBrk="0" hangingPunct="1">
        <a:spcBef>
          <a:spcPct val="20000"/>
        </a:spcBef>
        <a:buFont typeface="Klavika Regular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66371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32742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99113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65484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33185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98226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64597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730969" algn="l" defTabSz="93274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6" pos="368" userDrawn="1">
          <p15:clr>
            <a:srgbClr val="C35EA4"/>
          </p15:clr>
        </p15:guide>
        <p15:guide id="17" pos="7313" userDrawn="1">
          <p15:clr>
            <a:srgbClr val="C35EA4"/>
          </p15:clr>
        </p15:guide>
        <p15:guide id="25" orient="horz" pos="369" userDrawn="1">
          <p15:clr>
            <a:srgbClr val="C35EA4"/>
          </p15:clr>
        </p15:guide>
        <p15:guide id="26" orient="horz" pos="3949" userDrawn="1">
          <p15:clr>
            <a:srgbClr val="C35EA4"/>
          </p15:clr>
        </p15:guide>
        <p15:guide id="27" orient="horz" pos="184" userDrawn="1">
          <p15:clr>
            <a:srgbClr val="A4A3A4"/>
          </p15:clr>
        </p15:guide>
        <p15:guide id="28" pos="185" userDrawn="1">
          <p15:clr>
            <a:srgbClr val="A4A3A4"/>
          </p15:clr>
        </p15:guide>
        <p15:guide id="29" orient="horz" pos="4135" userDrawn="1">
          <p15:clr>
            <a:srgbClr val="A4A3A4"/>
          </p15:clr>
        </p15:guide>
        <p15:guide id="30" pos="7495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AMD Unsloth GRPO Fine-tuning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350260" y="3875650"/>
            <a:ext cx="6244332" cy="246221"/>
          </a:xfrm>
        </p:spPr>
        <p:txBody>
          <a:bodyPr/>
          <a:lstStyle/>
          <a:p>
            <a:r>
              <a:rPr lang="en-US" sz="1600" b="0" dirty="0">
                <a:solidFill>
                  <a:srgbClr val="C6C8CC"/>
                </a:solidFill>
                <a:latin typeface="Klavika Medium"/>
              </a:rPr>
              <a:t>Eddie Zhou</a:t>
            </a:r>
            <a:endParaRPr sz="1600" b="0" dirty="0">
              <a:solidFill>
                <a:srgbClr val="C6C8CC"/>
              </a:solidFill>
              <a:latin typeface="Klavika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Notebook access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2000" b="0">
                <a:solidFill>
                  <a:srgbClr val="C6C8CC"/>
                </a:solidFill>
                <a:latin typeface="Klavika Light"/>
              </a:rPr>
              <a:t>notebooks.amd.com/ind-dev</a:t>
            </a:r>
          </a:p>
          <a:p>
            <a:r>
              <a:rPr sz="2400" b="1">
                <a:solidFill>
                  <a:srgbClr val="FFFFFF"/>
                </a:solidFill>
                <a:latin typeface="Klavika Bold"/>
              </a:rPr>
              <a:t>Password:  RadeonUnslothTuning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lavika Bold"/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4160520" y="129844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160520" y="1298448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434840" y="1453895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74920" y="139903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Fine-tuning: what and when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74920" y="1682495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The problem it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60520" y="2093976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160520" y="2093976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34840" y="2249424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194560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Types of fine-tuning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74920" y="2478024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LoRA, QLoRA, SFT, GRPO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2889504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160520" y="2889504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434840" y="3044952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990088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The Unsloth advantage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273552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Faster, leaner, no-code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3685031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160520" y="3685031"/>
            <a:ext cx="64008" cy="676656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434840" y="3840479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F26522"/>
                </a:solidFill>
                <a:latin typeface="Klavika Bold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3785615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4069079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Our reward-driven task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4480560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160520" y="4480560"/>
            <a:ext cx="64008" cy="676656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434840" y="4636008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007C97"/>
                </a:solidFill>
                <a:latin typeface="Klavika Bold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4581144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AMD Radeon GPU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4864608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rocm-smi and rocminfo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5276088"/>
            <a:ext cx="7443216" cy="676656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4160520" y="5276088"/>
            <a:ext cx="64008" cy="676656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4434840" y="5431536"/>
            <a:ext cx="502920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ED1C24"/>
                </a:solidFill>
                <a:latin typeface="Klavika Bold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5376672"/>
            <a:ext cx="3200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Hands-on notebook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74920" y="5660136"/>
            <a:ext cx="6309360" cy="22860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C6C8CC"/>
                </a:solidFill>
                <a:latin typeface="Klavika Regular"/>
              </a:rPr>
              <a:t>Run it yourself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1: The Concepts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1" dirty="0">
                <a:solidFill>
                  <a:srgbClr val="C6C8CC"/>
                </a:solidFill>
                <a:latin typeface="Klavika Light"/>
              </a:rPr>
              <a:t>What a model is, what fine-tuning changes, and how GRPO learns from rewards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a Large Language Model?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98448"/>
            <a:ext cx="676656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A neural network trained on a huge amount of text so it can predict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the next token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given what came before.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500" b="0" dirty="0">
                <a:solidFill>
                  <a:srgbClr val="C6C8CC"/>
                </a:solidFill>
                <a:latin typeface="Klavika Regular"/>
              </a:rPr>
              <a:t>That one simple skill, done at enormous scale, is enough to chat, </a:t>
            </a:r>
            <a:r>
              <a:rPr sz="1500" b="0" dirty="0" err="1">
                <a:solidFill>
                  <a:srgbClr val="C6C8CC"/>
                </a:solidFill>
                <a:latin typeface="Klavika Regular"/>
              </a:rPr>
              <a:t>summarise</a:t>
            </a:r>
            <a:r>
              <a:rPr sz="1500" b="0" dirty="0">
                <a:solidFill>
                  <a:srgbClr val="C6C8CC"/>
                </a:solidFill>
                <a:latin typeface="Klavika Regular"/>
              </a:rPr>
              <a:t>, write code and reason.</a:t>
            </a:r>
          </a:p>
        </p:txBody>
      </p:sp>
      <p:sp>
        <p:nvSpPr>
          <p:cNvPr id="4" name="Rectangle 3"/>
          <p:cNvSpPr/>
          <p:nvPr/>
        </p:nvSpPr>
        <p:spPr>
          <a:xfrm>
            <a:off x="7635240" y="1188720"/>
            <a:ext cx="3968496" cy="16916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781544" y="1325880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7964423" y="1325880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147304" y="1325880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80" y="1316736"/>
            <a:ext cx="3054096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next-token prediction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99831" y="1609344"/>
            <a:ext cx="3639312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prompt &gt;  The capital of France 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endParaRPr sz="1100" b="0">
              <a:solidFill>
                <a:srgbClr val="C6C8CC"/>
              </a:solidFill>
              <a:latin typeface="Consolas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00A8CC"/>
                </a:solidFill>
                <a:latin typeface="Consolas"/>
              </a:rPr>
              <a:t>  Paris      0.94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a city     0.03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C6C8CC"/>
                </a:solidFill>
                <a:latin typeface="Consolas"/>
              </a:rPr>
              <a:t>  located    0.01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246120"/>
            <a:ext cx="348996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Base models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Raw next-token predictors. Great starting point for training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 but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 awkward to chat with.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949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49496" y="3246120"/>
            <a:ext cx="348996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0552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Instruct models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528" y="4032504"/>
            <a:ext cx="2977896" cy="1143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Further trained to follow instructions and hold a conversation.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13776" y="3246120"/>
            <a:ext cx="3489960" cy="2103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13776" y="3246120"/>
            <a:ext cx="348996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9808" y="3575303"/>
            <a:ext cx="2977896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FFFFFF"/>
                </a:solidFill>
                <a:latin typeface="Klavika Bold"/>
              </a:rPr>
              <a:t>Generalists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9808" y="4032504"/>
            <a:ext cx="2977896" cy="7375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dirty="0">
                <a:solidFill>
                  <a:srgbClr val="D8DADE"/>
                </a:solidFill>
                <a:latin typeface="Klavika Regular"/>
              </a:rPr>
              <a:t>Llama, Qwen, Mistral on Hugging Face know a bit of everythin</a:t>
            </a:r>
            <a:r>
              <a:rPr lang="en-US" sz="1350" b="0" dirty="0">
                <a:solidFill>
                  <a:srgbClr val="D8DADE"/>
                </a:solidFill>
                <a:latin typeface="Klavika Regular"/>
              </a:rPr>
              <a:t>g, but not something specific to you</a:t>
            </a:r>
            <a:r>
              <a:rPr sz="1350" b="0" dirty="0">
                <a:solidFill>
                  <a:srgbClr val="D8DADE"/>
                </a:solidFill>
                <a:latin typeface="Klavika Regular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What is fine-tuning? Why do it?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0">
                <a:solidFill>
                  <a:srgbClr val="D8DADE"/>
                </a:solidFill>
                <a:latin typeface="Klavika Regular"/>
              </a:rPr>
              <a:t>Take a pre-trained model and keep training it a little more on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data, so it adapts to </a:t>
            </a:r>
            <a:r>
              <a:rPr sz="1700" b="1">
                <a:solidFill>
                  <a:srgbClr val="F26522"/>
                </a:solidFill>
                <a:latin typeface="Klavika Bold"/>
              </a:rPr>
              <a:t>YOUR</a:t>
            </a:r>
            <a:r>
              <a:rPr sz="1700" b="0">
                <a:solidFill>
                  <a:srgbClr val="D8DADE"/>
                </a:solidFill>
                <a:latin typeface="Klavika Regular"/>
              </a:rPr>
              <a:t> task, domain, tone or format.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82296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Voice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Speak in a specific style or persona: your brand, your support agent.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340842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408426" y="214884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3646170" y="2441448"/>
            <a:ext cx="384048" cy="384048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617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Domain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617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Know legal, medical, or your own product documentation.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31636" y="214884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69379" y="2441448"/>
            <a:ext cx="384048" cy="384048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9379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Format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69379" y="3282696"/>
            <a:ext cx="2073402" cy="43524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Always return JSON. Always cite sources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.</a:t>
            </a:r>
            <a:endParaRPr sz="1250" b="0" dirty="0">
              <a:solidFill>
                <a:srgbClr val="D8DADE"/>
              </a:solidFill>
              <a:latin typeface="Klavika Regula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9054846" y="2148840"/>
            <a:ext cx="2548890" cy="1847088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054846" y="214884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9292590" y="2441448"/>
            <a:ext cx="384048" cy="384048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Klavika Bold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2590" y="2971800"/>
            <a:ext cx="207340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Focus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92590" y="3282696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Do one narrow task extremely well, cheaply, on a small model.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" y="4315968"/>
            <a:ext cx="11018520" cy="84124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" y="4315968"/>
            <a:ext cx="64008" cy="84124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77824" y="4462272"/>
            <a:ext cx="10378440" cy="54393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dirty="0">
                <a:solidFill>
                  <a:srgbClr val="FFFFFF"/>
                </a:solidFill>
                <a:latin typeface="Klavika Bold"/>
              </a:rPr>
              <a:t>Often cheaper and more reliable</a:t>
            </a:r>
            <a:r>
              <a:rPr sz="1450" b="0" dirty="0">
                <a:solidFill>
                  <a:srgbClr val="D8DADE"/>
                </a:solidFill>
                <a:latin typeface="Klavika Regular"/>
              </a:rPr>
              <a:t> than stuffing everything into a giant prompt or paying for an even bigger model. </a:t>
            </a:r>
            <a:r>
              <a:rPr sz="1450" b="1" dirty="0">
                <a:solidFill>
                  <a:srgbClr val="00A8CC"/>
                </a:solidFill>
                <a:latin typeface="Klavika Bold"/>
              </a:rPr>
              <a:t>It lets a small model punch above its weight.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Parameter-efficient fine-tuning: freeze the giant model, train a tiny adapter.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920240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8" y="2212848"/>
            <a:ext cx="105156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0253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Low-Rank Adaptation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697480"/>
            <a:ext cx="4837176" cy="828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Inject small low-rank matrices into chosen layers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Original weights stay frozen, only adapters 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are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</a:t>
            </a:r>
            <a:r>
              <a:rPr lang="en-US" sz="1350" dirty="0">
                <a:solidFill>
                  <a:srgbClr val="D8DADE"/>
                </a:solidFill>
                <a:latin typeface="Klavika Regular"/>
              </a:rPr>
              <a:t>ed</a:t>
            </a:r>
            <a:endParaRPr sz="1350" dirty="0">
              <a:solidFill>
                <a:srgbClr val="D8DADE"/>
              </a:solidFill>
              <a:latin typeface="Klavika Regular"/>
            </a:endParaRP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Trainable parameters drop by orders of magnitude</a:t>
            </a:r>
          </a:p>
        </p:txBody>
      </p:sp>
      <p:sp>
        <p:nvSpPr>
          <p:cNvPr id="9" name="Rectangle 8"/>
          <p:cNvSpPr/>
          <p:nvPr/>
        </p:nvSpPr>
        <p:spPr>
          <a:xfrm>
            <a:off x="6254496" y="1920240"/>
            <a:ext cx="5349240" cy="23317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254496" y="1920240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6510528" y="2212848"/>
            <a:ext cx="105156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QLoRA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1816" y="2249424"/>
            <a:ext cx="36118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Medium"/>
              </a:rPr>
              <a:t>Quantized Low-Rank Adaptation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0528" y="2697480"/>
            <a:ext cx="4837176" cy="1417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Everything </a:t>
            </a:r>
            <a:r>
              <a:rPr sz="1350" dirty="0" err="1">
                <a:solidFill>
                  <a:srgbClr val="D8DADE"/>
                </a:solidFill>
                <a:latin typeface="Klavika Regular"/>
              </a:rPr>
              <a:t>LoRA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 does, plus a 4-bit base model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Cuts VRAM again, so bigger models fit on one GPU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usual answer to an out-of-memory error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572000"/>
            <a:ext cx="64008" cy="11887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F26522"/>
                </a:solidFill>
                <a:latin typeface="Klavika Bold"/>
              </a:rPr>
              <a:t>~0.1%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of parameters trained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949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49496" y="4572000"/>
            <a:ext cx="64008" cy="11887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62381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007C97"/>
                </a:solidFill>
                <a:latin typeface="Klavika Bold"/>
              </a:rPr>
              <a:t>4-bit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381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base weights under QLoRA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13776" y="4572000"/>
            <a:ext cx="3489960" cy="11887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113776" y="4572000"/>
            <a:ext cx="64008" cy="11887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88096" y="4773168"/>
            <a:ext cx="2941320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0">
                <a:solidFill>
                  <a:srgbClr val="ED1C24"/>
                </a:solidFill>
                <a:latin typeface="Klavika Bold"/>
              </a:rPr>
              <a:t>Comparable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8096" y="5321808"/>
            <a:ext cx="2941320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dirty="0">
                <a:solidFill>
                  <a:srgbClr val="D8DADE"/>
                </a:solidFill>
                <a:latin typeface="Klavika Regular"/>
              </a:rPr>
              <a:t>quality to full fine-tuning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Training methodology: SFT and GRPO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80160"/>
            <a:ext cx="11018520" cy="2716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dirty="0">
                <a:solidFill>
                  <a:srgbClr val="D8DADE"/>
                </a:solidFill>
                <a:latin typeface="Klavika Regular"/>
              </a:rPr>
              <a:t>Two ways to tell a model it did well. 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SFT</a:t>
            </a:r>
            <a:r>
              <a:rPr lang="en-US" dirty="0"/>
              <a:t>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shows the answer,</a:t>
            </a:r>
            <a:r>
              <a:rPr lang="en-US" sz="1600" b="0" dirty="0">
                <a:solidFill>
                  <a:srgbClr val="D8DADE"/>
                </a:solidFill>
                <a:latin typeface="Klavika Regular"/>
              </a:rPr>
              <a:t> while GRPO </a:t>
            </a:r>
            <a:r>
              <a:rPr sz="1600" b="0" dirty="0">
                <a:solidFill>
                  <a:srgbClr val="D8DADE"/>
                </a:solidFill>
                <a:latin typeface="Klavika Regular"/>
              </a:rPr>
              <a:t>scores attempts.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874519"/>
            <a:ext cx="534924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59536" y="2185415"/>
            <a:ext cx="777240" cy="274320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SFT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55648" y="2221991"/>
            <a:ext cx="3886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Klavika Bold"/>
              </a:rPr>
              <a:t>Supervised Fine-Tuning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953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Uses labelled data: prompt in, correct answer out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F26522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The model imitates the answers you supply</a:t>
            </a:r>
          </a:p>
        </p:txBody>
      </p:sp>
      <p:sp>
        <p:nvSpPr>
          <p:cNvPr id="9" name="Rectangle 8"/>
          <p:cNvSpPr/>
          <p:nvPr/>
        </p:nvSpPr>
        <p:spPr>
          <a:xfrm>
            <a:off x="859536" y="3630168"/>
            <a:ext cx="4800600" cy="123444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24127" y="3794759"/>
            <a:ext cx="4471416" cy="9418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{"instruction": "Summarize in one line.",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C6C8CC"/>
                </a:solidFill>
                <a:latin typeface="Consolas"/>
              </a:rPr>
              <a:t>  "input":  "&lt;article text&gt;",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dirty="0">
                <a:solidFill>
                  <a:srgbClr val="00A8CC"/>
                </a:solidFill>
                <a:latin typeface="Consolas"/>
              </a:rPr>
              <a:t>  "output": "&lt;summary&gt;"}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54496" y="1874519"/>
            <a:ext cx="5349240" cy="324612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54496" y="1874519"/>
            <a:ext cx="534924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6528816" y="2185415"/>
            <a:ext cx="960120" cy="274320"/>
          </a:xfrm>
          <a:prstGeom prst="round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GRPO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7808" y="2221991"/>
            <a:ext cx="37033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Group Relative Policy Optimization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28816" y="2679191"/>
            <a:ext cx="4800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No labelled answer needed, only a way to score one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50" dirty="0">
                <a:solidFill>
                  <a:srgbClr val="007C97"/>
                </a:solidFill>
                <a:latin typeface="Klavika Regular"/>
              </a:rPr>
              <a:t>•  </a:t>
            </a:r>
            <a:r>
              <a:rPr sz="1350" dirty="0">
                <a:solidFill>
                  <a:srgbClr val="D8DADE"/>
                </a:solidFill>
                <a:latin typeface="Klavika Regular"/>
              </a:rPr>
              <a:t>Model generates a group of attempts and compares them</a:t>
            </a:r>
          </a:p>
        </p:txBody>
      </p:sp>
      <p:sp>
        <p:nvSpPr>
          <p:cNvPr id="16" name="Oval 15"/>
          <p:cNvSpPr/>
          <p:nvPr/>
        </p:nvSpPr>
        <p:spPr>
          <a:xfrm>
            <a:off x="6565392" y="3703320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721607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 dirty="0">
                <a:solidFill>
                  <a:srgbClr val="FFFFFF"/>
                </a:solidFill>
                <a:latin typeface="Klavika Bold"/>
              </a:rPr>
              <a:t>Generate  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several candidate answers</a:t>
            </a:r>
          </a:p>
        </p:txBody>
      </p:sp>
      <p:sp>
        <p:nvSpPr>
          <p:cNvPr id="18" name="Oval 17"/>
          <p:cNvSpPr/>
          <p:nvPr/>
        </p:nvSpPr>
        <p:spPr>
          <a:xfrm>
            <a:off x="6565392" y="4087368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7728" y="4105655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Score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each with a reward function</a:t>
            </a:r>
          </a:p>
        </p:txBody>
      </p:sp>
      <p:sp>
        <p:nvSpPr>
          <p:cNvPr id="20" name="Oval 19"/>
          <p:cNvSpPr/>
          <p:nvPr/>
        </p:nvSpPr>
        <p:spPr>
          <a:xfrm>
            <a:off x="6565392" y="4471416"/>
            <a:ext cx="274320" cy="274320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1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67728" y="4489703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1">
                <a:solidFill>
                  <a:srgbClr val="FFFFFF"/>
                </a:solidFill>
                <a:latin typeface="Klavika Bold"/>
              </a:rPr>
              <a:t>Prefer  </a:t>
            </a:r>
            <a:r>
              <a:rPr sz="1250" b="0">
                <a:solidFill>
                  <a:srgbClr val="D8DADE"/>
                </a:solidFill>
                <a:latin typeface="Klavika Regular"/>
              </a:rPr>
              <a:t>the ones that scored above the group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The fine-tuning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11018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C6C8CC"/>
                </a:solidFill>
                <a:latin typeface="Klavika Regular"/>
              </a:rPr>
              <a:t>Same spine either way. The data step is what differs.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2788920"/>
            <a:ext cx="21031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04672" y="2953512"/>
            <a:ext cx="16916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a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3246120"/>
            <a:ext cx="16916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Start small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798064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3127248" y="196596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127248" y="196596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346704" y="213055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SFT: pick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46704" y="242316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Hugging Face, public sets, or upload your own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27248" y="3611880"/>
            <a:ext cx="278892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127248" y="361188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346704" y="3776472"/>
            <a:ext cx="2377439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GRPO: generate data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704" y="4069080"/>
            <a:ext cx="2377439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Define the reward function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035040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492240" y="2788920"/>
            <a:ext cx="1828800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92240" y="2788920"/>
            <a:ext cx="54864" cy="9601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711696" y="2953512"/>
            <a:ext cx="1417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Choose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11696" y="3246120"/>
            <a:ext cx="141732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LoRA or QLoRA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430768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732520" y="2788920"/>
            <a:ext cx="1207008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732520" y="2788920"/>
            <a:ext cx="54864" cy="96012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951976" y="2953512"/>
            <a:ext cx="795528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49256" y="3200400"/>
            <a:ext cx="292608" cy="146304"/>
          </a:xfrm>
          <a:prstGeom prst="rightArrow">
            <a:avLst/>
          </a:prstGeom>
          <a:solidFill>
            <a:srgbClr val="7779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10341864" y="2788920"/>
            <a:ext cx="1261872" cy="960120"/>
          </a:xfrm>
          <a:prstGeom prst="round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341864" y="2788920"/>
            <a:ext cx="54864" cy="96012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561320" y="2953512"/>
            <a:ext cx="850392" cy="27432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Evaluate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5216" y="489204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85216" y="4892040"/>
            <a:ext cx="64008" cy="100584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77824" y="5056631"/>
            <a:ext cx="27432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Training knobs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112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learning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41014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number of steps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85916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time limit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0818" y="5422392"/>
            <a:ext cx="2462022" cy="25603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00A8CC"/>
                </a:solidFill>
                <a:latin typeface="Consolas"/>
              </a:rPr>
              <a:t>max sequence length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61872"/>
            <a:ext cx="7406640" cy="1051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>
                <a:solidFill>
                  <a:srgbClr val="D8DADE"/>
                </a:solidFill>
                <a:latin typeface="Klavika Regular"/>
              </a:rPr>
              <a:t>An open-source, no-code framework and UI for training, running and exporting LLMs </a:t>
            </a:r>
            <a:r>
              <a:rPr sz="1600" b="1">
                <a:solidFill>
                  <a:srgbClr val="FFFFFF"/>
                </a:solidFill>
                <a:latin typeface="Klavika Bold"/>
              </a:rPr>
              <a:t>locally</a:t>
            </a:r>
            <a:r>
              <a:rPr sz="1600" b="0">
                <a:solidFill>
                  <a:srgbClr val="D8DADE"/>
                </a:solidFill>
                <a:latin typeface="Klavika Regular"/>
              </a:rPr>
              <a:t>, tuned for speed, memory efficiency and accessibility.</a:t>
            </a:r>
          </a:p>
          <a:p>
            <a:pPr algn="l">
              <a:lnSpc>
                <a:spcPct val="120000"/>
              </a:lnSpc>
              <a:spcBef>
                <a:spcPts val="800"/>
              </a:spcBef>
              <a:spcAft>
                <a:spcPts val="600"/>
              </a:spcAft>
            </a:pPr>
            <a:r>
              <a:rPr sz="1400" b="0">
                <a:solidFill>
                  <a:srgbClr val="C6C8CC"/>
                </a:solidFill>
                <a:latin typeface="Klavika Regular"/>
              </a:rPr>
              <a:t>It sits as an optimized layer on top of Hugging Face Transformers, so your existing workflow still applies.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2296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LoRA and QLoRA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813048"/>
            <a:ext cx="2073402" cy="21403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 sz="1250" dirty="0">
                <a:solidFill>
                  <a:srgbClr val="D8DADE"/>
                </a:solidFill>
                <a:latin typeface="Klavika Regular"/>
              </a:rPr>
              <a:t>bu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ilt</a:t>
            </a:r>
            <a:r>
              <a:rPr lang="en-US" sz="1250" b="0" dirty="0">
                <a:solidFill>
                  <a:srgbClr val="D8DADE"/>
                </a:solidFill>
                <a:latin typeface="Klavika Regular"/>
              </a:rPr>
              <a:t>-</a:t>
            </a:r>
            <a:r>
              <a:rPr sz="1250" b="0" dirty="0">
                <a:solidFill>
                  <a:srgbClr val="D8DADE"/>
                </a:solidFill>
                <a:latin typeface="Klavika Regular"/>
              </a:rPr>
              <a:t>in</a:t>
            </a:r>
          </a:p>
        </p:txBody>
      </p:sp>
      <p:sp>
        <p:nvSpPr>
          <p:cNvPr id="8" name="Rectangle 7"/>
          <p:cNvSpPr/>
          <p:nvPr/>
        </p:nvSpPr>
        <p:spPr>
          <a:xfrm>
            <a:off x="340842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408426" y="2788920"/>
            <a:ext cx="2548890" cy="6400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4617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Quantization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4617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4-bit and 8-bit paths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163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231636" y="2788920"/>
            <a:ext cx="2548890" cy="6400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9379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Optimized kernels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9379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faster attention and MLP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4846" y="2788920"/>
            <a:ext cx="2548890" cy="1691640"/>
          </a:xfrm>
          <a:prstGeom prst="rect">
            <a:avLst/>
          </a:prstGeom>
          <a:solidFill>
            <a:srgbClr val="1C1C1C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054846" y="2788920"/>
            <a:ext cx="2548890" cy="6400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92590" y="3172968"/>
            <a:ext cx="2073402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0">
                <a:solidFill>
                  <a:srgbClr val="FFFFFF"/>
                </a:solidFill>
                <a:latin typeface="Klavika Bold"/>
              </a:rPr>
              <a:t>Consumer hardware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2590" y="3813048"/>
            <a:ext cx="2073402" cy="475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D8DADE"/>
                </a:solidFill>
                <a:latin typeface="Klavika Regular"/>
              </a:rPr>
              <a:t>one GPU is enough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5216" y="4754880"/>
            <a:ext cx="11018520" cy="10058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85216" y="4754880"/>
            <a:ext cx="64008" cy="10058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77824" y="4937760"/>
            <a:ext cx="10378440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dirty="0">
                <a:solidFill>
                  <a:srgbClr val="FFFFFF"/>
                </a:solidFill>
                <a:latin typeface="Klavika Bold"/>
              </a:rPr>
              <a:t>In this workshop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dirty="0" err="1">
                <a:solidFill>
                  <a:srgbClr val="D8DADE"/>
                </a:solidFill>
                <a:latin typeface="Klavika Regular"/>
              </a:rPr>
              <a:t>Unsloth</a:t>
            </a:r>
            <a:r>
              <a:rPr sz="1400" b="0" dirty="0">
                <a:solidFill>
                  <a:srgbClr val="D8DADE"/>
                </a:solidFill>
                <a:latin typeface="Klavika Regular"/>
              </a:rPr>
              <a:t> is what makes a GRPO run finish inside a session slot instead of overnight.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4000" b="0">
                <a:solidFill>
                  <a:srgbClr val="FFFFFF"/>
                </a:solidFill>
                <a:latin typeface="Klavika Bold"/>
              </a:rPr>
              <a:t>Part 2: Hands-On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sz="1800" b="0">
                <a:solidFill>
                  <a:srgbClr val="C6C8CC"/>
                </a:solidFill>
                <a:latin typeface="Klavika Light"/>
              </a:rPr>
              <a:t>A game of Sudoku, an AMD Radeon GPU, and a notebook you drive yourself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 game of Sudoku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325880"/>
            <a:ext cx="60350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dirty="0">
                <a:solidFill>
                  <a:srgbClr val="D8DADE"/>
                </a:solidFill>
                <a:latin typeface="Klavika Regular"/>
              </a:rPr>
              <a:t>Sudoku means </a:t>
            </a:r>
            <a:r>
              <a:rPr sz="1700" b="1" dirty="0">
                <a:solidFill>
                  <a:srgbClr val="FFFFFF"/>
                </a:solidFill>
                <a:latin typeface="Klavika Bold"/>
              </a:rPr>
              <a:t>“single number”</a:t>
            </a:r>
            <a:r>
              <a:rPr sz="1700" b="0" dirty="0">
                <a:solidFill>
                  <a:srgbClr val="D8DADE"/>
                </a:solidFill>
                <a:latin typeface="Klavika Regular"/>
              </a:rPr>
              <a:t> in Japanese.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  <a:spcAft>
                <a:spcPts val="600"/>
              </a:spcAft>
            </a:pPr>
            <a:r>
              <a:rPr sz="1500" b="0" dirty="0">
                <a:solidFill>
                  <a:srgbClr val="D8DADE"/>
                </a:solidFill>
                <a:latin typeface="Klavika Regular"/>
              </a:rPr>
              <a:t>A logic puzzle: place digits 1 to 9 so every row, every column and every 3x3 box contains each digit exactly once.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292608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2926080"/>
            <a:ext cx="64008" cy="86868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307238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F26522"/>
                </a:solidFill>
                <a:latin typeface="Klavika Bold"/>
              </a:rPr>
              <a:t>Verifiable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336499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 board is right or wrong. No human judge needed.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393192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3931920"/>
            <a:ext cx="64008" cy="86868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407822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007C97"/>
                </a:solidFill>
                <a:latin typeface="Klavika Bold"/>
              </a:rPr>
              <a:t>Reward-friendly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437083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Score partial credit per correct cell, row and box.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4937760"/>
            <a:ext cx="6035040" cy="86868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4937760"/>
            <a:ext cx="64008" cy="86868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5084064"/>
            <a:ext cx="237744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50" b="0">
                <a:solidFill>
                  <a:srgbClr val="ED1C24"/>
                </a:solidFill>
                <a:latin typeface="Klavika Bold"/>
              </a:rPr>
              <a:t>Genuinely hard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5376672"/>
            <a:ext cx="548640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 dirty="0">
                <a:solidFill>
                  <a:srgbClr val="D8DADE"/>
                </a:solidFill>
                <a:latin typeface="Klavika Regular"/>
              </a:rPr>
              <a:t>A general model gets it wrong. Improvement is visible.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0" y="1280160"/>
            <a:ext cx="3697968" cy="39502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6" name="Picture 15" descr="image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371600"/>
            <a:ext cx="3515088" cy="3767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98079" y="5349240"/>
            <a:ext cx="410565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Our training task: an easy grid, scored cell by cell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AMD Unsloth fine-tuning workshop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102412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41248" y="1709928"/>
            <a:ext cx="420624" cy="42062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26464" y="1618488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Open the portal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26464" y="1965960"/>
            <a:ext cx="393192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000" b="1" dirty="0">
                <a:solidFill>
                  <a:srgbClr val="00A8CC"/>
                </a:solidFill>
                <a:latin typeface="Consolas"/>
              </a:rPr>
              <a:t>notebooks.amd.com/</a:t>
            </a:r>
            <a:r>
              <a:rPr sz="2000" b="1" dirty="0" err="1">
                <a:solidFill>
                  <a:srgbClr val="00A8CC"/>
                </a:solidFill>
                <a:latin typeface="Consolas"/>
              </a:rPr>
              <a:t>ind</a:t>
            </a:r>
            <a:r>
              <a:rPr sz="2000" b="1" dirty="0">
                <a:solidFill>
                  <a:srgbClr val="00A8CC"/>
                </a:solidFill>
                <a:latin typeface="Consolas"/>
              </a:rPr>
              <a:t>-dev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587752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587752"/>
            <a:ext cx="64008" cy="102412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841248" y="2880360"/>
            <a:ext cx="420624" cy="42062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26464" y="2788920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Enter the password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758184"/>
            <a:ext cx="4892040" cy="102412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758184"/>
            <a:ext cx="64008" cy="102412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1248" y="4050792"/>
            <a:ext cx="420624" cy="42062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00">
                <a:solidFill>
                  <a:srgbClr val="FFFFFF"/>
                </a:solidFill>
                <a:latin typeface="Klavika Bold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6464" y="3959352"/>
            <a:ext cx="3840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FFFFFF"/>
                </a:solidFill>
                <a:latin typeface="Klavika Bold"/>
              </a:rPr>
              <a:t>Pick the Unsloth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6464" y="4306824"/>
            <a:ext cx="393192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Lands you on an AMD Radeon GPU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97880" y="1325880"/>
            <a:ext cx="5797296" cy="40154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2" name="Picture 21" descr="imag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417320"/>
            <a:ext cx="5614416" cy="383256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GPU visibility and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Open a terminal inside Jupyter and confirm the GPU is really there before you train.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3246120" cy="1188720"/>
          </a:xfrm>
          <a:prstGeom prst="rect">
            <a:avLst/>
          </a:prstGeom>
          <a:solidFill>
            <a:srgbClr val="101010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731520" y="1874519"/>
            <a:ext cx="100584" cy="100584"/>
          </a:xfrm>
          <a:prstGeom prst="ellipse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914400" y="1874519"/>
            <a:ext cx="100584" cy="100584"/>
          </a:xfrm>
          <a:prstGeom prst="ellipse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" y="1874519"/>
            <a:ext cx="100584" cy="100584"/>
          </a:xfrm>
          <a:prstGeom prst="ellipse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362456" y="1865376"/>
            <a:ext cx="2331720" cy="2011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>
                <a:solidFill>
                  <a:srgbClr val="C6C8CC"/>
                </a:solidFill>
                <a:latin typeface="Consolas"/>
              </a:rPr>
              <a:t>terminal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157984"/>
            <a:ext cx="291693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rocm-smi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>
                <a:solidFill>
                  <a:srgbClr val="00A8CC"/>
                </a:solidFill>
                <a:latin typeface="Consolas"/>
              </a:rPr>
              <a:t>$ rocminfo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216" y="3127248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5216" y="3127248"/>
            <a:ext cx="64008" cy="804672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3255264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26522"/>
                </a:solidFill>
                <a:latin typeface="Consolas"/>
              </a:rPr>
              <a:t>rocm-smi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529584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Live view: temperature, power, clocks, VRAM 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5216" y="4059935"/>
            <a:ext cx="3246120" cy="804672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85216" y="4059935"/>
            <a:ext cx="64008" cy="804672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1248" y="4187951"/>
            <a:ext cx="265176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007C97"/>
                </a:solidFill>
                <a:latin typeface="Consolas"/>
              </a:rPr>
              <a:t>rocminfo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462272"/>
            <a:ext cx="2743200" cy="3291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D8DADE"/>
                </a:solidFill>
                <a:latin typeface="Klavika Regular"/>
              </a:rPr>
              <a:t>Static view: agents, ROCm version, GPU identity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5047488"/>
            <a:ext cx="3246120" cy="73152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5047488"/>
            <a:ext cx="64008" cy="73152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GPU busy at 0% while a cell runs? It is not training.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9080" y="1508760"/>
            <a:ext cx="7626096" cy="264322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1" name="Picture 20" descr="image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60520" y="1600200"/>
            <a:ext cx="7443216" cy="2460347"/>
          </a:xfrm>
          <a:prstGeom prst="rect">
            <a:avLst/>
          </a:prstGeom>
        </p:spPr>
      </p:pic>
      <p:sp>
        <p:nvSpPr>
          <p:cNvPr id="24" name="Rectangle 23"/>
          <p:cNvSpPr/>
          <p:nvPr/>
        </p:nvSpPr>
        <p:spPr>
          <a:xfrm>
            <a:off x="4069080" y="4187952"/>
            <a:ext cx="2786282" cy="1828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3" name="Picture 22" descr="image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0520" y="4279392"/>
            <a:ext cx="2603402" cy="16459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086600" y="4370832"/>
            <a:ext cx="4517136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rocminfo confirms the ROCm runtime version and every agent the host exposes, GPU and CPU alike.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Driving the 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Run cells top to bottom. The first model load is the slow 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585216" y="1737360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85216" y="1737360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9536" y="1865376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Watch the marker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9536" y="2157984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00A8CC"/>
                </a:solidFill>
                <a:latin typeface="Consolas"/>
              </a:rPr>
              <a:t>In [*]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still running, </a:t>
            </a:r>
            <a:r>
              <a:rPr sz="1200" b="0">
                <a:solidFill>
                  <a:srgbClr val="00A8CC"/>
                </a:solidFill>
                <a:latin typeface="Consolas"/>
              </a:rPr>
              <a:t>In [7]</a:t>
            </a:r>
            <a:r>
              <a:rPr sz="1200" b="0">
                <a:solidFill>
                  <a:srgbClr val="D8DADE"/>
                </a:solidFill>
                <a:latin typeface="Klavika Regular"/>
              </a:rPr>
              <a:t> means done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779776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779776"/>
            <a:ext cx="64008" cy="91440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907792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Do not skip ahead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" y="3200400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Later cells depend on variables the earlier ones define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3822191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85216" y="3822191"/>
            <a:ext cx="64008" cy="914400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" y="3950207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Keep an eye on the GPU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" y="4242816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Second terminal tab running </a:t>
            </a:r>
            <a:r>
              <a:rPr sz="1200" b="0">
                <a:solidFill>
                  <a:srgbClr val="00A8CC"/>
                </a:solidFill>
                <a:latin typeface="Consolas"/>
              </a:rPr>
              <a:t>rocm-smi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4864608"/>
            <a:ext cx="4754880" cy="91440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5216" y="4864608"/>
            <a:ext cx="64008" cy="914400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59536" y="4992624"/>
            <a:ext cx="411480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Cold start is normal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" y="5285232"/>
            <a:ext cx="4206240" cy="4206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D8DADE"/>
                </a:solidFill>
                <a:latin typeface="Klavika Regular"/>
              </a:rPr>
              <a:t>First load pulls weights. Retry a timed-out chat, the warm model is fast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0" y="1600200"/>
            <a:ext cx="6025896" cy="43941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image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0" y="1691640"/>
            <a:ext cx="5843016" cy="42112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Fine-tuning complete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243584"/>
            <a:ext cx="110185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D8DADE"/>
                </a:solidFill>
                <a:latin typeface="Klavika Regular"/>
              </a:rPr>
              <a:t>Fifteen GRPO steps on a Radeon GPU, and the reward curve moves.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" y="1719072"/>
            <a:ext cx="1417320" cy="310896"/>
          </a:xfrm>
          <a:prstGeom prst="round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050">
                <a:solidFill>
                  <a:srgbClr val="FFFFFF"/>
                </a:solidFill>
                <a:latin typeface="Klavika Bold"/>
              </a:rPr>
              <a:t>DEMO: 15 STEPS</a:t>
            </a:r>
          </a:p>
        </p:txBody>
      </p:sp>
      <p:sp>
        <p:nvSpPr>
          <p:cNvPr id="6" name="Rectangle 5"/>
          <p:cNvSpPr/>
          <p:nvPr/>
        </p:nvSpPr>
        <p:spPr>
          <a:xfrm>
            <a:off x="493776" y="2121408"/>
            <a:ext cx="6172200" cy="320809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1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" y="2212848"/>
            <a:ext cx="5989320" cy="3025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5216" y="5504688"/>
            <a:ext cx="59893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Per-step training loss and reward, straight from the notebook</a:t>
            </a:r>
          </a:p>
        </p:txBody>
      </p:sp>
      <p:sp>
        <p:nvSpPr>
          <p:cNvPr id="9" name="Rectangle 8"/>
          <p:cNvSpPr/>
          <p:nvPr/>
        </p:nvSpPr>
        <p:spPr>
          <a:xfrm>
            <a:off x="6812280" y="2121408"/>
            <a:ext cx="4882896" cy="164438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image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2212848"/>
            <a:ext cx="4700016" cy="146150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903720" y="3840480"/>
            <a:ext cx="4700016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C6C8CC"/>
                </a:solidFill>
                <a:latin typeface="Klavika Regular"/>
              </a:rPr>
              <a:t>Final board produced by the tuned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12280" y="4315968"/>
            <a:ext cx="4791456" cy="1463040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812280" y="4315968"/>
            <a:ext cx="64008" cy="1463040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086600" y="4498848"/>
            <a:ext cx="4297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What to look for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4818888"/>
            <a:ext cx="4297680" cy="8412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Reward trending up, not the absolute value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>
                <a:solidFill>
                  <a:srgbClr val="00A8CC"/>
                </a:solidFill>
                <a:latin typeface="Klavika Regular"/>
              </a:rPr>
              <a:t>•  </a:t>
            </a:r>
            <a:r>
              <a:rPr sz="1200">
                <a:solidFill>
                  <a:srgbClr val="D8DADE"/>
                </a:solidFill>
                <a:latin typeface="Klavika Regular"/>
              </a:rPr>
              <a:t>A structurally valid board, no repeated digits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953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SYMPTOM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65776" y="1060704"/>
            <a:ext cx="3657600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0">
                <a:solidFill>
                  <a:srgbClr val="C6C8CC"/>
                </a:solidFill>
                <a:latin typeface="Klavika Bold"/>
              </a:rPr>
              <a:t>FIX</a:t>
            </a:r>
          </a:p>
        </p:txBody>
      </p:sp>
      <p:sp>
        <p:nvSpPr>
          <p:cNvPr id="5" name="Rectangle 4"/>
          <p:cNvSpPr/>
          <p:nvPr/>
        </p:nvSpPr>
        <p:spPr>
          <a:xfrm>
            <a:off x="585216" y="135331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85216" y="1353312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59536" y="155448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First chat response times out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65776" y="155448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Cold model load. Retry, the warm model answers fast.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" y="2157984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85216" y="2157984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59536" y="2359152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Training data format issues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65776" y="2359152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Check the Alpaca fields: instruction, input, output.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2962656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2962656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163824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Out of memory during training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163824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Smaller model, enable QLoRA 4-bit, lower batch size or sequence length.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85216" y="3767328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85216" y="3767328"/>
            <a:ext cx="64008" cy="658368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9536" y="3968496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Loss not decreasing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65776" y="3968496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Raise the learning rate a little, train more steps, re-check the dataset format.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5216" y="4572000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85216" y="4572000"/>
            <a:ext cx="64008" cy="658368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59536" y="4773168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Cell never completes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65776" y="4773168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Run rocm-smi. GPU use drops to zero when training is actually finished.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5216" y="5376672"/>
            <a:ext cx="11018520" cy="658368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585216" y="5376672"/>
            <a:ext cx="64008" cy="658368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9536" y="5577840"/>
            <a:ext cx="3977639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Klavika Bold"/>
              </a:rPr>
              <a:t>Need a first experiment idea?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65776" y="5577840"/>
            <a:ext cx="626364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D8DADE"/>
                </a:solidFill>
                <a:latin typeface="Klavika Regular"/>
              </a:rPr>
              <a:t>Start with SFT on a Hugging Face set, then GRPO on math where answers are checkable.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0">
                <a:solidFill>
                  <a:srgbClr val="FFFFFF"/>
                </a:solidFill>
                <a:latin typeface="Klavika Bold"/>
              </a:rPr>
              <a:t>Learn more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85216" y="141732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85216" y="1417320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9536" y="163677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831335" y="163677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github.com/unslothai/unsloth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0456" y="164592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The framework itself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6" y="2258568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85216" y="2258568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59536" y="2478024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Unsloth docs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31335" y="2478024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docs.unsloth.ai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0456" y="2487168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Guides, notebooks, supported models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5216" y="3099816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585216" y="3099816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59536" y="3319272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LoRA paper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31335" y="3319272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arxiv.org/abs/2106.09685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0456" y="3328416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Low-Rank Adaptation, Hu et al.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16" y="3941064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5216" y="3941064"/>
            <a:ext cx="64008" cy="694944"/>
          </a:xfrm>
          <a:prstGeom prst="rect">
            <a:avLst/>
          </a:prstGeom>
          <a:solidFill>
            <a:srgbClr val="F265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9536" y="4160520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QLoRA paper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31335" y="4160520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arxiv.org/abs/2305.14314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0456" y="4169664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4-bit finetuning, Dettmers et al.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" y="4782312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85216" y="4782312"/>
            <a:ext cx="64008" cy="694944"/>
          </a:xfrm>
          <a:prstGeom prst="rect">
            <a:avLst/>
          </a:prstGeom>
          <a:solidFill>
            <a:srgbClr val="007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9536" y="5001768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GRPO / DeepSeekMath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31335" y="5001768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arxiv.org/abs/2402.03300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0456" y="5010912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Where GRPO is introduced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216" y="5623560"/>
            <a:ext cx="11018520" cy="694944"/>
          </a:xfrm>
          <a:prstGeom prst="rect">
            <a:avLst/>
          </a:prstGeom>
          <a:solidFill>
            <a:srgbClr val="151515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85216" y="5623560"/>
            <a:ext cx="64008" cy="694944"/>
          </a:xfrm>
          <a:prstGeom prst="rect">
            <a:avLst/>
          </a:prstGeom>
          <a:solidFill>
            <a:srgbClr val="ED1C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59536" y="5843016"/>
            <a:ext cx="2834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lavika Bold"/>
              </a:rPr>
              <a:t>Workshop notebook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31335" y="5843016"/>
            <a:ext cx="4160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>
                <a:solidFill>
                  <a:srgbClr val="00A8CC"/>
                </a:solidFill>
                <a:latin typeface="Consolas"/>
              </a:rPr>
              <a:t>notebooks.amd.com/ind-dev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0456" y="5852160"/>
            <a:ext cx="31089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50" b="0">
                <a:solidFill>
                  <a:srgbClr val="C6C8CC"/>
                </a:solidFill>
                <a:latin typeface="Klavika Regular"/>
              </a:rPr>
              <a:t>Password: RadeonUnslothTuning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AMD Corporate Template_Dark">
  <a:themeElements>
    <a:clrScheme name="AMD Corporate">
      <a:dk1>
        <a:srgbClr val="000000"/>
      </a:dk1>
      <a:lt1>
        <a:srgbClr val="FFFFFF"/>
      </a:lt1>
      <a:dk2>
        <a:srgbClr val="5E5E5E"/>
      </a:dk2>
      <a:lt2>
        <a:srgbClr val="9D9FA2"/>
      </a:lt2>
      <a:accent1>
        <a:srgbClr val="636466"/>
      </a:accent1>
      <a:accent2>
        <a:srgbClr val="9D9FA2"/>
      </a:accent2>
      <a:accent3>
        <a:srgbClr val="EAEAEA"/>
      </a:accent3>
      <a:accent4>
        <a:srgbClr val="F26522"/>
      </a:accent4>
      <a:accent5>
        <a:srgbClr val="ED1C24"/>
      </a:accent5>
      <a:accent6>
        <a:srgbClr val="007C97"/>
      </a:accent6>
      <a:hlink>
        <a:srgbClr val="D5D5D5"/>
      </a:hlink>
      <a:folHlink>
        <a:srgbClr val="A9A9A9"/>
      </a:folHlink>
    </a:clrScheme>
    <a:fontScheme name="Arial">
      <a:majorFont>
        <a:latin typeface="Klavika Bold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Klavika Regular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accent1"/>
        </a:solidFill>
        <a:ln>
          <a:solidFill>
            <a:schemeClr val="accent2"/>
          </a:solidFill>
          <a:headEnd type="none" w="med" len="med"/>
          <a:tailEnd type="none" w="med" len="med"/>
        </a:ln>
        <a:effectLst/>
      </a:spPr>
      <a:bodyPr rot="0" spcFirstLastPara="0" vertOverflow="overflow" horzOverflow="overflow" vert="horz" wrap="square" lIns="182880" tIns="146304" rIns="182880" bIns="146304" numCol="1" spcCol="0" rtlCol="0" fromWordArt="0" anchor="t" anchorCtr="0" forceAA="0" compatLnSpc="1">
        <a:prstTxWarp prst="textNoShape">
          <a:avLst/>
        </a:prstTxWarp>
        <a:noAutofit/>
      </a:bodyPr>
      <a:lstStyle>
        <a:defPPr algn="l" defTabSz="932472" fontAlgn="base">
          <a:spcBef>
            <a:spcPct val="0"/>
          </a:spcBef>
          <a:spcAft>
            <a:spcPct val="0"/>
          </a:spcAft>
          <a:defRPr sz="1800" dirty="0" err="1" smtClean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  <a:ea typeface="Segoe UI" pitchFamily="34" charset="0"/>
            <a:cs typeface="Segoe UI" pitchFamily="34" charset="0"/>
          </a:defRPr>
        </a:defPPr>
      </a:lstStyle>
      <a:style>
        <a:lnRef idx="1">
          <a:schemeClr val="accent2"/>
        </a:lnRef>
        <a:fillRef idx="3">
          <a:schemeClr val="accent2"/>
        </a:fillRef>
        <a:effectRef idx="2">
          <a:schemeClr val="accent2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lg" len="med"/>
          <a:tailEnd type="none" w="lg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algn="l">
          <a:buClr>
            <a:schemeClr val="accent1"/>
          </a:buClr>
          <a:buSzPct val="60000"/>
          <a:defRPr sz="18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16x9 Presentation - Corporate Black Background.pptx" id="{EB850784-AF90-4435-997D-B71DAC8406C3}" vid="{37C37173-7515-49DE-99BC-ABA7A3D2FA0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Klavika 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Klavika Regula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item1.xml><?xml version="1.0" encoding="utf-8"?>
<TemplafySlideFormConfiguration><![CDATA[{"formFields":[],"formDataEntries":[]}]]></TemplafySlideFormConfiguration>
</file>

<file path=customXml/item2.xml><?xml version="1.0" encoding="utf-8"?>
<TemplafySlideTemplateConfiguration><![CDATA[{"slideVersion":1,"isValidatorEnabled":false,"isLocked":false,"elementsMetadata":[],"slideId":"637629098780808397","enableDocumentContentUpdater":true,"version":"2.0"}]]></TemplafySlideTemplateConfiguration>
</file>

<file path=customXml/item3.xml><?xml version="1.0" encoding="utf-8"?>
<TemplafySlideTemplateConfiguration><![CDATA[{"slideVersion":1,"isValidatorEnabled":false,"isLocked":false,"elementsMetadata":[],"slideId":"637629098780863185","enableDocumentContentUpdater":true,"version":"2.0"}]]></TemplafySlideTemplate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FormConfiguration><![CDATA[{"formFields":[],"formDataEntries":[]}]]></TemplafySlideFormConfiguration>
</file>

<file path=customXml/item6.xml><?xml version="1.0" encoding="utf-8"?>
<TemplafySlideFormConfiguration><![CDATA[{"formFields":[],"formDataEntries":[]}]]></TemplafySlideForm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slideVersion":1,"isValidatorEnabled":false,"isLocked":false,"elementsMetadata":[],"slideId":"637629098780944294","enableDocumentContentUpdater":true,"version":"2.0"}]]></TemplafySlideTemplateConfiguration>
</file>

<file path=customXml/item9.xml><?xml version="1.0" encoding="utf-8"?>
<TemplafySlideTemplateConfiguration><![CDATA[{"slideVersion":1,"isValidatorEnabled":false,"isLocked":false,"elementsMetadata":[],"slideId":"637629098780938389","enableDocumentContentUpdater":true,"version":"2.0"}]]></TemplafySlideTemplateConfiguration>
</file>

<file path=customXml/item10.xml><?xml version="1.0" encoding="utf-8"?>
<TemplafySlideTemplateConfiguration><![CDATA[{"slideVersion":1,"isValidatorEnabled":false,"isLocked":false,"elementsMetadata":[],"slideId":"637629098780891892","enableDocumentContentUpdater":true,"version":"2.0"}]]></TemplafySlideTemplateConfiguration>
</file>

<file path=customXml/item11.xml><?xml version="1.0" encoding="utf-8"?>
<TemplafySlideFormConfiguration><![CDATA[{"formFields":[],"formDataEntries":[]}]]></TemplafySlideFormConfiguration>
</file>

<file path=customXml/item12.xml><?xml version="1.0" encoding="utf-8"?>
<TemplafySlideFormConfiguration><![CDATA[{"formFields":[],"formDataEntries":[]}]]></TemplafySlideFormConfiguration>
</file>

<file path=customXml/item13.xml><?xml version="1.0" encoding="utf-8"?>
<TemplafySlideTemplateConfiguration><![CDATA[{"slideVersion":1,"isValidatorEnabled":false,"isLocked":false,"elementsMetadata":[],"slideId":"637629098780861368","enableDocumentContentUpdater":true,"version":"2.0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FormConfiguration><![CDATA[{"formFields":[],"formDataEntries":[]}]]></TemplafySlideFormConfiguration>
</file>

<file path=customXml/item17.xml><?xml version="1.0" encoding="utf-8"?>
<TemplafySlideTemplateConfiguration><![CDATA[{"slideVersion":1,"isValidatorEnabled":false,"isLocked":false,"elementsMetadata":[],"slideId":"637629098780938070","enableDocumentContentUpdater":true,"version":"2.0"}]]></TemplafySlideTemplate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MediaServiceKeyPoints xmlns="e4aa919a-b200-49cb-beca-4c7e0810321e" xsi:nil="true"/>
  </documentManagement>
</p:properties>
</file>

<file path=customXml/item20.xml><?xml version="1.0" encoding="utf-8"?>
<TemplafySlideTemplateConfiguration><![CDATA[{"slideVersion":1,"isValidatorEnabled":false,"isLocked":false,"elementsMetadata":[],"slideId":"637629098780868991","enableDocumentContentUpdater":true,"version":"2.0"}]]></TemplafySlideTemplateConfiguration>
</file>

<file path=customXml/item21.xml><?xml version="1.0" encoding="utf-8"?>
<TemplafySlideTemplateConfiguration><![CDATA[{"slideVersion":1,"isValidatorEnabled":false,"isLocked":false,"elementsMetadata":[],"slideId":"637629098780882757","enableDocumentContentUpdater":true,"version":"2.0"}]]></TemplafySlideTemplateConfiguration>
</file>

<file path=customXml/item22.xml><?xml version="1.0" encoding="utf-8"?>
<TemplafySlideTemplateConfiguration><![CDATA[{"slideVersion":1,"isValidatorEnabled":false,"isLocked":false,"elementsMetadata":[],"slideId":"637629098780931945","enableDocumentContentUpdater":true,"version":"2.0"}]]></TemplafySlideTemplateConfiguration>
</file>

<file path=customXml/item23.xml><?xml version="1.0" encoding="utf-8"?>
<TemplafySlideFormConfiguration><![CDATA[{"formFields":[],"formDataEntries":[]}]]></TemplafySlideFormConfiguration>
</file>

<file path=customXml/item24.xml><?xml version="1.0" encoding="utf-8"?>
<TemplafySlideTemplateConfiguration><![CDATA[{"slideVersion":1,"isValidatorEnabled":false,"isLocked":false,"elementsMetadata":[],"slideId":"637629098780810453","enableDocumentContentUpdater":true,"version":"2.0"}]]></TemplafySlideTemplateConfiguration>
</file>

<file path=customXml/item25.xml><?xml version="1.0" encoding="utf-8"?>
<TemplafySlideTemplateConfiguration><![CDATA[{"slideVersion":1,"isValidatorEnabled":false,"isLocked":false,"elementsMetadata":[],"slideId":"637629098780812520","enableDocumentContentUpdater":true,"version":"2.0"}]]></TemplafySlideTemplateConfiguration>
</file>

<file path=customXml/item26.xml><?xml version="1.0" encoding="utf-8"?>
<TemplafySlideTemplateConfiguration><![CDATA[{"slideVersion":1,"isValidatorEnabled":false,"isLocked":false,"elementsMetadata":[],"slideId":"637629098780815282","enableDocumentContentUpdater":true,"version":"2.0"}]]></TemplafySlideTemplateConfiguration>
</file>

<file path=customXml/item27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78A2EBC6E34694C80F43E94FCA993B5" ma:contentTypeVersion="14" ma:contentTypeDescription="Create a new document." ma:contentTypeScope="" ma:versionID="1a7ced39ac191f9ec8deffde533b0c1c">
  <xsd:schema xmlns:xsd="http://www.w3.org/2001/XMLSchema" xmlns:xs="http://www.w3.org/2001/XMLSchema" xmlns:p="http://schemas.microsoft.com/office/2006/metadata/properties" xmlns:ns1="http://schemas.microsoft.com/sharepoint/v3" xmlns:ns2="e4aa919a-b200-49cb-beca-4c7e0810321e" xmlns:ns3="06670dda-0291-4061-b6e0-f6c0cb392c51" targetNamespace="http://schemas.microsoft.com/office/2006/metadata/properties" ma:root="true" ma:fieldsID="bedea8c8816a4e5934c808becd103583" ns1:_="" ns2:_="" ns3:_="">
    <xsd:import namespace="http://schemas.microsoft.com/sharepoint/v3"/>
    <xsd:import namespace="e4aa919a-b200-49cb-beca-4c7e0810321e"/>
    <xsd:import namespace="06670dda-0291-4061-b6e0-f6c0cb392c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4aa919a-b200-49cb-beca-4c7e0810321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670dda-0291-4061-b6e0-f6c0cb392c51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8.xml><?xml version="1.0" encoding="utf-8"?>
<TemplafySlideTemplateConfiguration><![CDATA[{"slideVersion":1,"isValidatorEnabled":false,"isLocked":false,"elementsMetadata":[],"slideId":"637629098780935963","enableDocumentContentUpdater":true,"version":"2.0"}]]></TemplafySlideTemplate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SlideTemplateConfiguration><![CDATA[{"slideVersion":1,"isValidatorEnabled":false,"isLocked":false,"elementsMetadata":[],"slideId":"637629098780818133","enableDocumentContentUpdater":true,"version":"2.0"}]]></TemplafySlideTemplateConfiguration>
</file>

<file path=customXml/item31.xml><?xml version="1.0" encoding="utf-8"?>
<TemplafySlideFormConfiguration><![CDATA[{"formFields":[],"formDataEntries":[]}]]></TemplafySlideFormConfiguration>
</file>

<file path=customXml/item32.xml><?xml version="1.0" encoding="utf-8"?>
<TemplafySlideTemplateConfiguration><![CDATA[{"slideVersion":1,"isValidatorEnabled":false,"isLocked":false,"elementsMetadata":[],"slideId":"637629098780820470","enableDocumentContentUpdater":true,"version":"2.0"}]]></TemplafySlideTemplateConfiguration>
</file>

<file path=customXml/item33.xml><?xml version="1.0" encoding="utf-8"?>
<TemplafySlideFormConfiguration><![CDATA[{"formFields":[],"formDataEntries":[]}]]></TemplafySlideFormConfiguration>
</file>

<file path=customXml/item34.xml><?xml version="1.0" encoding="utf-8"?>
<TemplafySlideFormConfiguration><![CDATA[{"formFields":[],"formDataEntries":[]}]]></TemplafySlideFormConfiguration>
</file>

<file path=customXml/item35.xml><?xml version="1.0" encoding="utf-8"?>
<TemplafySlideFormConfiguration><![CDATA[{"formFields":[],"formDataEntries":[]}]]></TemplafySlideFormConfiguration>
</file>

<file path=customXml/item36.xml><?xml version="1.0" encoding="utf-8"?>
<TemplafySlideTemplateConfiguration><![CDATA[{"slideVersion":1,"isValidatorEnabled":false,"isLocked":false,"elementsMetadata":[],"slideId":"637629098780929168","enableDocumentContentUpdater":true,"version":"2.0"}]]></TemplafySlideTemplateConfiguration>
</file>

<file path=customXml/item37.xml><?xml version="1.0" encoding="utf-8"?>
<TemplafySlideFormConfiguration><![CDATA[{"formFields":[],"formDataEntries":[]}]]></TemplafySlideFormConfiguration>
</file>

<file path=customXml/item38.xml><?xml version="1.0" encoding="utf-8"?>
<TemplafySlideFormConfiguration><![CDATA[{"formFields":[],"formDataEntries":[]}]]></TemplafySlideFormConfiguration>
</file>

<file path=customXml/item39.xml><?xml version="1.0" encoding="utf-8"?>
<TemplafySlideTemplateConfiguration><![CDATA[{"slideVersion":1,"isValidatorEnabled":false,"isLocked":false,"elementsMetadata":[],"slideId":"637629098780874432","enableDocumentContentUpdater":true,"version":"2.0"}]]></TemplafySlideTemplateConfiguration>
</file>

<file path=customXml/item40.xml><?xml version="1.0" encoding="utf-8"?>
<TemplafySlideTemplateConfiguration><![CDATA[{"slideVersion":1,"isValidatorEnabled":false,"isLocked":false,"elementsMetadata":[],"slideId":"637629098780819298","enableDocumentContentUpdater":true,"version":"2.0"}]]></TemplafySlideTemplateConfiguration>
</file>

<file path=customXml/item41.xml><?xml version="1.0" encoding="utf-8"?>
<TemplafySlideTemplateConfiguration><![CDATA[{"slideVersion":1,"isValidatorEnabled":false,"isLocked":false,"elementsMetadata":[],"slideId":"637629098780898812","enableDocumentContentUpdater":true,"version":"2.0"}]]></TemplafySlideTemplateConfiguration>
</file>

<file path=customXml/item42.xml><?xml version="1.0" encoding="utf-8"?>
<TemplafySlideFormConfiguration><![CDATA[{"formFields":[],"formDataEntries":[]}]]></TemplafySlideFormConfiguration>
</file>

<file path=customXml/item43.xml><?xml version="1.0" encoding="utf-8"?>
<TemplafySlideTemplateConfiguration><![CDATA[{"slideVersion":1,"isValidatorEnabled":false,"isLocked":false,"elementsMetadata":[],"slideId":"637629098780864969","enableDocumentContentUpdater":true,"version":"2.0"}]]></TemplafySlideTemplateConfiguration>
</file>

<file path=customXml/item44.xml><?xml version="1.0" encoding="utf-8"?>
<TemplafySlideTemplateConfiguration><![CDATA[{"slideVersion":1,"isValidatorEnabled":false,"isLocked":false,"elementsMetadata":[],"slideId":"637629098780858672","enableDocumentContentUpdater":true,"version":"2.0"}]]></TemplafySlideTemplateConfiguration>
</file>

<file path=customXml/item45.xml><?xml version="1.0" encoding="utf-8"?>
<TemplafySlideFormConfiguration><![CDATA[{"formFields":[],"formDataEntries":[]}]]></TemplafySlideFormConfiguration>
</file>

<file path=customXml/item46.xml><?xml version="1.0" encoding="utf-8"?>
<TemplafyTemplateConfiguration><![CDATA[{"elementsMetadata":[],"transformationConfigurations":[{"colorTheme":"{{DataSources.ColorThemes[\"Corporate\"].ColorTheme}}","disableUpdates":false,"type":"colorTheme"}],"enableDocumentContentUpdater":true,"version":"2.0"}]]></TemplafyTemplateConfiguration>
</file>

<file path=customXml/item47.xml><?xml version="1.0" encoding="utf-8"?>
<TemplafySlideTemplateConfiguration><![CDATA[{"slideVersion":1,"isValidatorEnabled":false,"isLocked":false,"elementsMetadata":[],"slideId":"637629098780802172","enableDocumentContentUpdater":true,"version":"2.0"}]]></TemplafySlideTemplateConfiguration>
</file>

<file path=customXml/item48.xml><?xml version="1.0" encoding="utf-8"?>
<TemplafySlideFormConfiguration><![CDATA[{"formFields":[],"formDataEntries":[]}]]></TemplafySlideFormConfiguration>
</file>

<file path=customXml/item49.xml><?xml version="1.0" encoding="utf-8"?>
<TemplafySlideTemplateConfiguration><![CDATA[{"slideVersion":1,"isValidatorEnabled":false,"isLocked":false,"elementsMetadata":[],"slideId":"637629098780942318","enableDocumentContentUpdater":true,"version":"2.0"}]]></TemplafySlideTemplateConfiguration>
</file>

<file path=customXml/item50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TemplateConfiguration><![CDATA[{"slideVersion":1,"isValidatorEnabled":false,"isLocked":false,"elementsMetadata":[],"slideId":"637629098780933985","enableDocumentContentUpdater":true,"version":"2.0"}]]></TemplafySlideTemplateConfiguration>
</file>

<file path=customXml/item53.xml><?xml version="1.0" encoding="utf-8"?>
<TemplafySlideFormConfiguration><![CDATA[{"formFields":[],"formDataEntries":[]}]]></TemplafySlideFormConfiguration>
</file>

<file path=customXml/item54.xml><?xml version="1.0" encoding="utf-8"?>
<TemplafySlideTemplateConfiguration><![CDATA[{"slideVersion":1,"isValidatorEnabled":false,"isLocked":false,"elementsMetadata":[],"slideId":"637629098780805369","enableDocumentContentUpdater":true,"version":"2.0"}]]></TemplafySlideTemplateConfiguration>
</file>

<file path=customXml/item55.xml><?xml version="1.0" encoding="utf-8"?>
<TemplafyFormConfiguration><![CDATA[{"formFields":[{"required":false,"placeholder":"Title | Date | Security Setting","lines":1,"shareValue":false,"type":"textBox","name":"Footer","label":"Enter footer description","fullyQualifiedName":"Footer"}],"formDataEntries":[]}]]></TemplafyFormConfiguration>
</file>

<file path=customXml/item56.xml><?xml version="1.0" encoding="utf-8"?>
<TemplafySlideTemplateConfiguration><![CDATA[{"slideVersion":1,"isValidatorEnabled":false,"isLocked":false,"elementsMetadata":[],"slideId":"637629098780940360","enableDocumentContentUpdater":true,"version":"2.0"}]]></TemplafySlideTemplateConfiguration>
</file>

<file path=customXml/item57.xml><?xml version="1.0" encoding="utf-8"?>
<TemplafySlideFormConfiguration><![CDATA[{"formFields":[],"formDataEntries":[]}]]></TemplafySlideFormConfiguration>
</file>

<file path=customXml/item58.xml><?xml version="1.0" encoding="utf-8"?>
<TemplafySlideFormConfiguration><![CDATA[{"formFields":[],"formDataEntries":[]}]]></TemplafySlideFormConfiguration>
</file>

<file path=customXml/item59.xml><?xml version="1.0" encoding="utf-8"?>
<TemplafySlideTemplateConfiguration><![CDATA[{"slideVersion":1,"isValidatorEnabled":false,"isLocked":false,"elementsMetadata":[],"slideId":"637629098780855834","enableDocumentContentUpdater":true,"version":"2.0"}]]></TemplafySlideTemplate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7C5C44AF-FBA1-4FF3-8C07-71728D2581FD}">
  <ds:schemaRefs/>
</ds:datastoreItem>
</file>

<file path=customXml/itemProps2.xml><?xml version="1.0" encoding="utf-8"?>
<ds:datastoreItem xmlns:ds="http://schemas.openxmlformats.org/officeDocument/2006/customXml" ds:itemID="{1BCEDA00-0BCE-4F19-A380-8AED6A66E762}">
  <ds:schemaRefs/>
</ds:datastoreItem>
</file>

<file path=customXml/itemProps3.xml><?xml version="1.0" encoding="utf-8"?>
<ds:datastoreItem xmlns:ds="http://schemas.openxmlformats.org/officeDocument/2006/customXml" ds:itemID="{7FD631D3-3AB7-43F0-9FCE-6F65E4127A72}">
  <ds:schemaRefs/>
</ds:datastoreItem>
</file>

<file path=customXml/itemProps4.xml><?xml version="1.0" encoding="utf-8"?>
<ds:datastoreItem xmlns:ds="http://schemas.openxmlformats.org/officeDocument/2006/customXml" ds:itemID="{8C320EF3-E45D-49A1-86A9-B0DA20C7CC04}">
  <ds:schemaRefs/>
</ds:datastoreItem>
</file>

<file path=customXml/itemProps5.xml><?xml version="1.0" encoding="utf-8"?>
<ds:datastoreItem xmlns:ds="http://schemas.openxmlformats.org/officeDocument/2006/customXml" ds:itemID="{988BE19C-289C-4D51-AC33-2691C170DBEA}">
  <ds:schemaRefs/>
</ds:datastoreItem>
</file>

<file path=customXml/itemProps6.xml><?xml version="1.0" encoding="utf-8"?>
<ds:datastoreItem xmlns:ds="http://schemas.openxmlformats.org/officeDocument/2006/customXml" ds:itemID="{647B6612-4C79-45CE-9A32-14C2D37B46F1}">
  <ds:schemaRefs/>
</ds:datastoreItem>
</file>

<file path=customXml/itemProps7.xml><?xml version="1.0" encoding="utf-8"?>
<ds:datastoreItem xmlns:ds="http://schemas.openxmlformats.org/officeDocument/2006/customXml" ds:itemID="{2A1B10AF-5356-4D21-9E16-9423E20937FC}">
  <ds:schemaRefs/>
</ds:datastoreItem>
</file>

<file path=customXml/itemProps8.xml><?xml version="1.0" encoding="utf-8"?>
<ds:datastoreItem xmlns:ds="http://schemas.openxmlformats.org/officeDocument/2006/customXml" ds:itemID="{1AB4A281-5EBA-4CA1-A536-6B29C98890B6}">
  <ds:schemaRefs/>
</ds:datastoreItem>
</file>

<file path=customXml/itemProps9.xml><?xml version="1.0" encoding="utf-8"?>
<ds:datastoreItem xmlns:ds="http://schemas.openxmlformats.org/officeDocument/2006/customXml" ds:itemID="{A20E27A4-6C3C-428D-ADE7-7DC089C0CD46}">
  <ds:schemaRefs/>
</ds:datastoreItem>
</file>

<file path=customXml/itemProps10.xml><?xml version="1.0" encoding="utf-8"?>
<ds:datastoreItem xmlns:ds="http://schemas.openxmlformats.org/officeDocument/2006/customXml" ds:itemID="{FC77B9F3-C094-489B-8C01-F272F0AF68C6}">
  <ds:schemaRefs/>
</ds:datastoreItem>
</file>

<file path=customXml/itemProps11.xml><?xml version="1.0" encoding="utf-8"?>
<ds:datastoreItem xmlns:ds="http://schemas.openxmlformats.org/officeDocument/2006/customXml" ds:itemID="{6A0018E2-8AA5-4CE6-A43B-7E69D37BB663}">
  <ds:schemaRefs/>
</ds:datastoreItem>
</file>

<file path=customXml/itemProps12.xml><?xml version="1.0" encoding="utf-8"?>
<ds:datastoreItem xmlns:ds="http://schemas.openxmlformats.org/officeDocument/2006/customXml" ds:itemID="{682BF6E6-8993-4A0E-A615-E24230C37DAC}">
  <ds:schemaRefs/>
</ds:datastoreItem>
</file>

<file path=customXml/itemProps13.xml><?xml version="1.0" encoding="utf-8"?>
<ds:datastoreItem xmlns:ds="http://schemas.openxmlformats.org/officeDocument/2006/customXml" ds:itemID="{921C0A0B-EE13-4908-9C41-3E7EDF526068}">
  <ds:schemaRefs/>
</ds:datastoreItem>
</file>

<file path=customXml/itemProps14.xml><?xml version="1.0" encoding="utf-8"?>
<ds:datastoreItem xmlns:ds="http://schemas.openxmlformats.org/officeDocument/2006/customXml" ds:itemID="{C5DD1971-334A-45E9-9D2B-FB6BD8AAE58A}">
  <ds:schemaRefs/>
</ds:datastoreItem>
</file>

<file path=customXml/itemProps15.xml><?xml version="1.0" encoding="utf-8"?>
<ds:datastoreItem xmlns:ds="http://schemas.openxmlformats.org/officeDocument/2006/customXml" ds:itemID="{162E1B2B-387B-423C-8FB0-129D0EE7DD83}">
  <ds:schemaRefs/>
</ds:datastoreItem>
</file>

<file path=customXml/itemProps16.xml><?xml version="1.0" encoding="utf-8"?>
<ds:datastoreItem xmlns:ds="http://schemas.openxmlformats.org/officeDocument/2006/customXml" ds:itemID="{D5DFDA8F-B725-4CD6-A843-7349EA123794}">
  <ds:schemaRefs/>
</ds:datastoreItem>
</file>

<file path=customXml/itemProps17.xml><?xml version="1.0" encoding="utf-8"?>
<ds:datastoreItem xmlns:ds="http://schemas.openxmlformats.org/officeDocument/2006/customXml" ds:itemID="{3915BD4A-04C4-49F2-B0B9-3E7D336EC799}">
  <ds:schemaRefs/>
</ds:datastoreItem>
</file>

<file path=customXml/itemProps18.xml><?xml version="1.0" encoding="utf-8"?>
<ds:datastoreItem xmlns:ds="http://schemas.openxmlformats.org/officeDocument/2006/customXml" ds:itemID="{D4B66AC3-71C4-4908-9595-93E8B8D76E97}">
  <ds:schemaRefs/>
</ds:datastoreItem>
</file>

<file path=customXml/itemProps19.xml><?xml version="1.0" encoding="utf-8"?>
<ds:datastoreItem xmlns:ds="http://schemas.openxmlformats.org/officeDocument/2006/customXml" ds:itemID="{F990F116-B58F-4255-B05B-DA3808E0E5C6}">
  <ds:schemaRefs>
    <ds:schemaRef ds:uri="http://schemas.openxmlformats.org/package/2006/metadata/core-properties"/>
    <ds:schemaRef ds:uri="http://purl.org/dc/elements/1.1/"/>
    <ds:schemaRef ds:uri="http://purl.org/dc/dcmitype/"/>
    <ds:schemaRef ds:uri="http://www.w3.org/XML/1998/namespace"/>
    <ds:schemaRef ds:uri="http://purl.org/dc/terms/"/>
    <ds:schemaRef ds:uri="e4aa919a-b200-49cb-beca-4c7e0810321e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06670dda-0291-4061-b6e0-f6c0cb392c51"/>
    <ds:schemaRef ds:uri="http://schemas.microsoft.com/sharepoint/v3"/>
  </ds:schemaRefs>
</ds:datastoreItem>
</file>

<file path=customXml/itemProps20.xml><?xml version="1.0" encoding="utf-8"?>
<ds:datastoreItem xmlns:ds="http://schemas.openxmlformats.org/officeDocument/2006/customXml" ds:itemID="{AC107CF9-7144-4997-BE7D-1990BE189C9A}">
  <ds:schemaRefs/>
</ds:datastoreItem>
</file>

<file path=customXml/itemProps21.xml><?xml version="1.0" encoding="utf-8"?>
<ds:datastoreItem xmlns:ds="http://schemas.openxmlformats.org/officeDocument/2006/customXml" ds:itemID="{5265E46D-0749-47B1-8243-3C63764C0EFC}">
  <ds:schemaRefs/>
</ds:datastoreItem>
</file>

<file path=customXml/itemProps22.xml><?xml version="1.0" encoding="utf-8"?>
<ds:datastoreItem xmlns:ds="http://schemas.openxmlformats.org/officeDocument/2006/customXml" ds:itemID="{CAFED163-E143-4EEB-A735-81C1226AD9B4}">
  <ds:schemaRefs/>
</ds:datastoreItem>
</file>

<file path=customXml/itemProps23.xml><?xml version="1.0" encoding="utf-8"?>
<ds:datastoreItem xmlns:ds="http://schemas.openxmlformats.org/officeDocument/2006/customXml" ds:itemID="{65B44A9F-1851-42AC-AD3C-FFC343A07D3A}">
  <ds:schemaRefs/>
</ds:datastoreItem>
</file>

<file path=customXml/itemProps24.xml><?xml version="1.0" encoding="utf-8"?>
<ds:datastoreItem xmlns:ds="http://schemas.openxmlformats.org/officeDocument/2006/customXml" ds:itemID="{915452D2-9D6B-41D9-99FD-4D1CF211FA39}">
  <ds:schemaRefs/>
</ds:datastoreItem>
</file>

<file path=customXml/itemProps25.xml><?xml version="1.0" encoding="utf-8"?>
<ds:datastoreItem xmlns:ds="http://schemas.openxmlformats.org/officeDocument/2006/customXml" ds:itemID="{EC53C6C7-14A0-4237-9C9A-FA78B37E53AB}">
  <ds:schemaRefs/>
</ds:datastoreItem>
</file>

<file path=customXml/itemProps26.xml><?xml version="1.0" encoding="utf-8"?>
<ds:datastoreItem xmlns:ds="http://schemas.openxmlformats.org/officeDocument/2006/customXml" ds:itemID="{E4C8E36C-E4C3-4DF8-B9A8-546312449852}">
  <ds:schemaRefs/>
</ds:datastoreItem>
</file>

<file path=customXml/itemProps27.xml><?xml version="1.0" encoding="utf-8"?>
<ds:datastoreItem xmlns:ds="http://schemas.openxmlformats.org/officeDocument/2006/customXml" ds:itemID="{0BB3C309-8520-4616-80FC-2CB10D5B83A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e4aa919a-b200-49cb-beca-4c7e0810321e"/>
    <ds:schemaRef ds:uri="06670dda-0291-4061-b6e0-f6c0cb392c5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8.xml><?xml version="1.0" encoding="utf-8"?>
<ds:datastoreItem xmlns:ds="http://schemas.openxmlformats.org/officeDocument/2006/customXml" ds:itemID="{1D3A887C-FC1C-482E-BE66-F9B66B0A6227}">
  <ds:schemaRefs/>
</ds:datastoreItem>
</file>

<file path=customXml/itemProps29.xml><?xml version="1.0" encoding="utf-8"?>
<ds:datastoreItem xmlns:ds="http://schemas.openxmlformats.org/officeDocument/2006/customXml" ds:itemID="{00121D97-98F5-4946-8A5D-87D090F11338}">
  <ds:schemaRefs/>
</ds:datastoreItem>
</file>

<file path=customXml/itemProps30.xml><?xml version="1.0" encoding="utf-8"?>
<ds:datastoreItem xmlns:ds="http://schemas.openxmlformats.org/officeDocument/2006/customXml" ds:itemID="{6B831CAE-95E4-452E-B3C5-B76AAD78A52A}">
  <ds:schemaRefs/>
</ds:datastoreItem>
</file>

<file path=customXml/itemProps31.xml><?xml version="1.0" encoding="utf-8"?>
<ds:datastoreItem xmlns:ds="http://schemas.openxmlformats.org/officeDocument/2006/customXml" ds:itemID="{C67D3CDE-4F82-4339-9EA4-1EEE33A61958}">
  <ds:schemaRefs/>
</ds:datastoreItem>
</file>

<file path=customXml/itemProps32.xml><?xml version="1.0" encoding="utf-8"?>
<ds:datastoreItem xmlns:ds="http://schemas.openxmlformats.org/officeDocument/2006/customXml" ds:itemID="{00BD3ED4-8ED9-4359-B43B-2C197BC490D9}">
  <ds:schemaRefs/>
</ds:datastoreItem>
</file>

<file path=customXml/itemProps33.xml><?xml version="1.0" encoding="utf-8"?>
<ds:datastoreItem xmlns:ds="http://schemas.openxmlformats.org/officeDocument/2006/customXml" ds:itemID="{CBB24767-B696-4303-95AD-C1F5811D028F}">
  <ds:schemaRefs/>
</ds:datastoreItem>
</file>

<file path=customXml/itemProps34.xml><?xml version="1.0" encoding="utf-8"?>
<ds:datastoreItem xmlns:ds="http://schemas.openxmlformats.org/officeDocument/2006/customXml" ds:itemID="{F82E9EAE-C942-4F71-8479-8192B35558E2}">
  <ds:schemaRefs/>
</ds:datastoreItem>
</file>

<file path=customXml/itemProps35.xml><?xml version="1.0" encoding="utf-8"?>
<ds:datastoreItem xmlns:ds="http://schemas.openxmlformats.org/officeDocument/2006/customXml" ds:itemID="{75BD4175-2A6A-457D-B03C-89D272FF4835}">
  <ds:schemaRefs/>
</ds:datastoreItem>
</file>

<file path=customXml/itemProps36.xml><?xml version="1.0" encoding="utf-8"?>
<ds:datastoreItem xmlns:ds="http://schemas.openxmlformats.org/officeDocument/2006/customXml" ds:itemID="{0C0AD6D7-0AAB-4CF7-9869-E9E315BAF875}">
  <ds:schemaRefs/>
</ds:datastoreItem>
</file>

<file path=customXml/itemProps37.xml><?xml version="1.0" encoding="utf-8"?>
<ds:datastoreItem xmlns:ds="http://schemas.openxmlformats.org/officeDocument/2006/customXml" ds:itemID="{08BA5A9A-BB8B-4F8E-93CD-455474EF7276}">
  <ds:schemaRefs/>
</ds:datastoreItem>
</file>

<file path=customXml/itemProps38.xml><?xml version="1.0" encoding="utf-8"?>
<ds:datastoreItem xmlns:ds="http://schemas.openxmlformats.org/officeDocument/2006/customXml" ds:itemID="{9DF1E77E-93BB-43A3-BEC8-6478C2794FA6}">
  <ds:schemaRefs/>
</ds:datastoreItem>
</file>

<file path=customXml/itemProps39.xml><?xml version="1.0" encoding="utf-8"?>
<ds:datastoreItem xmlns:ds="http://schemas.openxmlformats.org/officeDocument/2006/customXml" ds:itemID="{2BC0DC1D-8D15-4194-9A1A-EDACA544CFA6}">
  <ds:schemaRefs/>
</ds:datastoreItem>
</file>

<file path=customXml/itemProps40.xml><?xml version="1.0" encoding="utf-8"?>
<ds:datastoreItem xmlns:ds="http://schemas.openxmlformats.org/officeDocument/2006/customXml" ds:itemID="{56B316EE-D9D1-44C3-8C00-AE433A63C836}">
  <ds:schemaRefs/>
</ds:datastoreItem>
</file>

<file path=customXml/itemProps41.xml><?xml version="1.0" encoding="utf-8"?>
<ds:datastoreItem xmlns:ds="http://schemas.openxmlformats.org/officeDocument/2006/customXml" ds:itemID="{AD9376BE-3D3E-4586-9139-069C1651B477}">
  <ds:schemaRefs/>
</ds:datastoreItem>
</file>

<file path=customXml/itemProps42.xml><?xml version="1.0" encoding="utf-8"?>
<ds:datastoreItem xmlns:ds="http://schemas.openxmlformats.org/officeDocument/2006/customXml" ds:itemID="{E3B787A2-A83F-4E87-A90A-111C61F62E24}">
  <ds:schemaRefs/>
</ds:datastoreItem>
</file>

<file path=customXml/itemProps43.xml><?xml version="1.0" encoding="utf-8"?>
<ds:datastoreItem xmlns:ds="http://schemas.openxmlformats.org/officeDocument/2006/customXml" ds:itemID="{B7066F7B-EA61-4071-B961-E1FA19724DC0}">
  <ds:schemaRefs/>
</ds:datastoreItem>
</file>

<file path=customXml/itemProps44.xml><?xml version="1.0" encoding="utf-8"?>
<ds:datastoreItem xmlns:ds="http://schemas.openxmlformats.org/officeDocument/2006/customXml" ds:itemID="{C89A946A-C258-4267-A263-69DA8374B547}">
  <ds:schemaRefs/>
</ds:datastoreItem>
</file>

<file path=customXml/itemProps45.xml><?xml version="1.0" encoding="utf-8"?>
<ds:datastoreItem xmlns:ds="http://schemas.openxmlformats.org/officeDocument/2006/customXml" ds:itemID="{DDCC6A1B-7673-40E9-AC3E-C0D8F2784A83}">
  <ds:schemaRefs/>
</ds:datastoreItem>
</file>

<file path=customXml/itemProps46.xml><?xml version="1.0" encoding="utf-8"?>
<ds:datastoreItem xmlns:ds="http://schemas.openxmlformats.org/officeDocument/2006/customXml" ds:itemID="{6291F803-2EF0-4E47-96D6-4796950CE6BD}">
  <ds:schemaRefs/>
</ds:datastoreItem>
</file>

<file path=customXml/itemProps47.xml><?xml version="1.0" encoding="utf-8"?>
<ds:datastoreItem xmlns:ds="http://schemas.openxmlformats.org/officeDocument/2006/customXml" ds:itemID="{BE3BB7DD-0C86-4747-A387-5C5D191BB970}">
  <ds:schemaRefs/>
</ds:datastoreItem>
</file>

<file path=customXml/itemProps48.xml><?xml version="1.0" encoding="utf-8"?>
<ds:datastoreItem xmlns:ds="http://schemas.openxmlformats.org/officeDocument/2006/customXml" ds:itemID="{3D719615-E8C3-42D3-B19D-076A1FC4620D}">
  <ds:schemaRefs/>
</ds:datastoreItem>
</file>

<file path=customXml/itemProps49.xml><?xml version="1.0" encoding="utf-8"?>
<ds:datastoreItem xmlns:ds="http://schemas.openxmlformats.org/officeDocument/2006/customXml" ds:itemID="{30338C60-725E-4230-8732-6C1737FFCF6F}">
  <ds:schemaRefs/>
</ds:datastoreItem>
</file>

<file path=customXml/itemProps50.xml><?xml version="1.0" encoding="utf-8"?>
<ds:datastoreItem xmlns:ds="http://schemas.openxmlformats.org/officeDocument/2006/customXml" ds:itemID="{758FDAC0-319D-4A54-8D8E-1D42CB1F8004}">
  <ds:schemaRefs>
    <ds:schemaRef ds:uri="http://schemas.microsoft.com/sharepoint/v3/contenttype/forms"/>
  </ds:schemaRefs>
</ds:datastoreItem>
</file>

<file path=customXml/itemProps51.xml><?xml version="1.0" encoding="utf-8"?>
<ds:datastoreItem xmlns:ds="http://schemas.openxmlformats.org/officeDocument/2006/customXml" ds:itemID="{7BAA13C3-64B7-4D7A-BA49-B0CCD43E2049}">
  <ds:schemaRefs/>
</ds:datastoreItem>
</file>

<file path=customXml/itemProps52.xml><?xml version="1.0" encoding="utf-8"?>
<ds:datastoreItem xmlns:ds="http://schemas.openxmlformats.org/officeDocument/2006/customXml" ds:itemID="{364650BF-04B4-4ADF-AE61-286BFE5AF2AD}">
  <ds:schemaRefs/>
</ds:datastoreItem>
</file>

<file path=customXml/itemProps53.xml><?xml version="1.0" encoding="utf-8"?>
<ds:datastoreItem xmlns:ds="http://schemas.openxmlformats.org/officeDocument/2006/customXml" ds:itemID="{0A230136-8CEC-4C29-A55A-F5FA83CA887A}">
  <ds:schemaRefs/>
</ds:datastoreItem>
</file>

<file path=customXml/itemProps54.xml><?xml version="1.0" encoding="utf-8"?>
<ds:datastoreItem xmlns:ds="http://schemas.openxmlformats.org/officeDocument/2006/customXml" ds:itemID="{95AE8F77-448C-4B7C-8669-DC6D4241F9CE}">
  <ds:schemaRefs/>
</ds:datastoreItem>
</file>

<file path=customXml/itemProps55.xml><?xml version="1.0" encoding="utf-8"?>
<ds:datastoreItem xmlns:ds="http://schemas.openxmlformats.org/officeDocument/2006/customXml" ds:itemID="{43BC5722-1D5B-4915-8247-E6D5F513E549}">
  <ds:schemaRefs/>
</ds:datastoreItem>
</file>

<file path=customXml/itemProps56.xml><?xml version="1.0" encoding="utf-8"?>
<ds:datastoreItem xmlns:ds="http://schemas.openxmlformats.org/officeDocument/2006/customXml" ds:itemID="{56A99A3E-A648-468D-B568-4C0AD8B35441}">
  <ds:schemaRefs/>
</ds:datastoreItem>
</file>

<file path=customXml/itemProps57.xml><?xml version="1.0" encoding="utf-8"?>
<ds:datastoreItem xmlns:ds="http://schemas.openxmlformats.org/officeDocument/2006/customXml" ds:itemID="{AE04A922-1222-46EA-85D1-620CD08A927B}">
  <ds:schemaRefs/>
</ds:datastoreItem>
</file>

<file path=customXml/itemProps58.xml><?xml version="1.0" encoding="utf-8"?>
<ds:datastoreItem xmlns:ds="http://schemas.openxmlformats.org/officeDocument/2006/customXml" ds:itemID="{33C2836D-CD36-48F0-AE3F-D27BFE792AB7}">
  <ds:schemaRefs/>
</ds:datastoreItem>
</file>

<file path=customXml/itemProps59.xml><?xml version="1.0" encoding="utf-8"?>
<ds:datastoreItem xmlns:ds="http://schemas.openxmlformats.org/officeDocument/2006/customXml" ds:itemID="{1669606D-CDD4-43E6-985A-81776140D176}">
  <ds:schemaRefs/>
</ds:datastoreItem>
</file>

<file path=customXml/itemProps60.xml><?xml version="1.0" encoding="utf-8"?>
<ds:datastoreItem xmlns:ds="http://schemas.openxmlformats.org/officeDocument/2006/customXml" ds:itemID="{25EDB0A7-1862-4F58-81F8-88FFEB27A481}">
  <ds:schemaRefs/>
</ds:datastoreItem>
</file>

<file path=customXml/itemProps61.xml><?xml version="1.0" encoding="utf-8"?>
<ds:datastoreItem xmlns:ds="http://schemas.openxmlformats.org/officeDocument/2006/customXml" ds:itemID="{2EF89111-4289-441B-97BD-A2D8E126532F}">
  <ds:schemaRefs/>
</ds:datastoreItem>
</file>

<file path=docMetadata/LabelInfo.xml><?xml version="1.0" encoding="utf-8"?>
<clbl:labelList xmlns:clbl="http://schemas.microsoft.com/office/2020/mipLabelMetadata">
  <clbl:label id="{2d0b1989-8fc8-4a69-bcac-d46889461ba5}" enabled="1" method="Privileged" siteId="{3dd8961f-e488-4e60-8e11-a82d994e183d}" contentBits="1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217</TotalTime>
  <Words>1702</Words>
  <Application>Microsoft Office PowerPoint</Application>
  <PresentationFormat>Widescreen</PresentationFormat>
  <Paragraphs>225</Paragraphs>
  <Slides>19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7" baseType="lpstr">
      <vt:lpstr>Aptos</vt:lpstr>
      <vt:lpstr>Arial</vt:lpstr>
      <vt:lpstr>Consolas</vt:lpstr>
      <vt:lpstr>Klavika Bold</vt:lpstr>
      <vt:lpstr>Klavika Light</vt:lpstr>
      <vt:lpstr>Klavika Medium</vt:lpstr>
      <vt:lpstr>Klavika Regular</vt:lpstr>
      <vt:lpstr>AMD Corporate Template_Dark</vt:lpstr>
      <vt:lpstr>AMD Unsloth GRPO Fine-tuning</vt:lpstr>
      <vt:lpstr>Notebook access</vt:lpstr>
      <vt:lpstr>Agenda</vt:lpstr>
      <vt:lpstr>Part 1: The Concepts</vt:lpstr>
      <vt:lpstr>What is a Large Language Model?</vt:lpstr>
      <vt:lpstr>What is fine-tuning? Why do it?</vt:lpstr>
      <vt:lpstr>LoRA and QLoRA</vt:lpstr>
      <vt:lpstr>Training methodology: SFT and GRPO</vt:lpstr>
      <vt:lpstr>The fine-tuning pipeline</vt:lpstr>
      <vt:lpstr>Unsloth</vt:lpstr>
      <vt:lpstr>Part 2: Hands-On</vt:lpstr>
      <vt:lpstr>A game of Sudoku</vt:lpstr>
      <vt:lpstr>AMD Unsloth fine-tuning workshop</vt:lpstr>
      <vt:lpstr>GPU visibility and health</vt:lpstr>
      <vt:lpstr>Driving the notebook</vt:lpstr>
      <vt:lpstr>Fine-tuning complete</vt:lpstr>
      <vt:lpstr>Troubleshooting</vt:lpstr>
      <vt:lpstr>Learn more</vt:lpstr>
      <vt:lpstr>PowerPoint Presentation</vt:lpstr>
    </vt:vector>
  </TitlesOfParts>
  <Manager>&lt;Comms manager name here&gt;</Manager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>AMD Corporate Powerpoint Template</dc:subject>
  <dc:creator>Federico Gasquet</dc:creator>
  <cp:keywords>AMD Corporate Powerpoint Template</cp:keywords>
  <dc:description/>
  <cp:lastModifiedBy>Zhou, Eddie</cp:lastModifiedBy>
  <cp:revision>39</cp:revision>
  <cp:lastPrinted>2020-04-30T18:59:47Z</cp:lastPrinted>
  <dcterms:created xsi:type="dcterms:W3CDTF">2021-04-19T14:31:00Z</dcterms:created>
  <dcterms:modified xsi:type="dcterms:W3CDTF">2026-09-28T20:01:36Z</dcterms:modified>
  <cp:category>AMD Corporate Powerpoint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ublisher">
    <vt:lpwstr>AMD Creative Studio</vt:lpwstr>
  </property>
  <property fmtid="{D5CDD505-2E9C-101B-9397-08002B2CF9AE}" pid="3" name="Date completed">
    <vt:lpwstr>April 30, 2020</vt:lpwstr>
  </property>
  <property fmtid="{D5CDD505-2E9C-101B-9397-08002B2CF9AE}" pid="4" name="MS_Version">
    <vt:lpwstr>1.0.0</vt:lpwstr>
  </property>
  <property fmtid="{D5CDD505-2E9C-101B-9397-08002B2CF9AE}" pid="5" name="TemplafyTimeStamp">
    <vt:lpwstr>2021-07-26T15:24:38</vt:lpwstr>
  </property>
  <property fmtid="{D5CDD505-2E9C-101B-9397-08002B2CF9AE}" pid="6" name="ClassificationContentMarkingHeaderLocations">
    <vt:lpwstr>AMD Corporate Template_Dark:6</vt:lpwstr>
  </property>
  <property fmtid="{D5CDD505-2E9C-101B-9397-08002B2CF9AE}" pid="7" name="ClassificationContentMarkingHeaderText">
    <vt:lpwstr>Public</vt:lpwstr>
  </property>
</Properties>
</file>
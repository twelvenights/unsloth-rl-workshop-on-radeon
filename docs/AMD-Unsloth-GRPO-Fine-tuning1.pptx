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customXml/itemProps27.xml" ContentType="application/vnd.openxmlformats-officedocument.customXmlProperties+xml"/>
  <Override PartName="/customXml/itemProps28.xml" ContentType="application/vnd.openxmlformats-officedocument.customXmlProperties+xml"/>
  <Override PartName="/customXml/itemProps29.xml" ContentType="application/vnd.openxmlformats-officedocument.customXmlProperties+xml"/>
  <Override PartName="/customXml/itemProps3.xml" ContentType="application/vnd.openxmlformats-officedocument.customXmlProperties+xml"/>
  <Override PartName="/customXml/itemProps30.xml" ContentType="application/vnd.openxmlformats-officedocument.customXmlPropertie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customXml/itemProps34.xml" ContentType="application/vnd.openxmlformats-officedocument.customXmlProperties+xml"/>
  <Override PartName="/customXml/itemProps35.xml" ContentType="application/vnd.openxmlformats-officedocument.customXmlProperties+xml"/>
  <Override PartName="/customXml/itemProps36.xml" ContentType="application/vnd.openxmlformats-officedocument.customXmlProperties+xml"/>
  <Override PartName="/customXml/itemProps37.xml" ContentType="application/vnd.openxmlformats-officedocument.customXmlProperties+xml"/>
  <Override PartName="/customXml/itemProps38.xml" ContentType="application/vnd.openxmlformats-officedocument.customXmlProperties+xml"/>
  <Override PartName="/customXml/itemProps39.xml" ContentType="application/vnd.openxmlformats-officedocument.customXmlProperties+xml"/>
  <Override PartName="/customXml/itemProps4.xml" ContentType="application/vnd.openxmlformats-officedocument.customXmlProperties+xml"/>
  <Override PartName="/customXml/itemProps40.xml" ContentType="application/vnd.openxmlformats-officedocument.customXmlProperties+xml"/>
  <Override PartName="/customXml/itemProps41.xml" ContentType="application/vnd.openxmlformats-officedocument.customXmlProperties+xml"/>
  <Override PartName="/customXml/itemProps42.xml" ContentType="application/vnd.openxmlformats-officedocument.customXmlProperties+xml"/>
  <Override PartName="/customXml/itemProps43.xml" ContentType="application/vnd.openxmlformats-officedocument.customXmlProperties+xml"/>
  <Override PartName="/customXml/itemProps44.xml" ContentType="application/vnd.openxmlformats-officedocument.customXmlProperties+xml"/>
  <Override PartName="/customXml/itemProps45.xml" ContentType="application/vnd.openxmlformats-officedocument.customXmlProperties+xml"/>
  <Override PartName="/customXml/itemProps46.xml" ContentType="application/vnd.openxmlformats-officedocument.customXmlProperties+xml"/>
  <Override PartName="/customXml/itemProps47.xml" ContentType="application/vnd.openxmlformats-officedocument.customXmlPropertie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customXml/itemProps5.xml" ContentType="application/vnd.openxmlformats-officedocument.customXmlProperties+xml"/>
  <Override PartName="/customXml/itemProps50.xml" ContentType="application/vnd.openxmlformats-officedocument.customXmlProperties+xml"/>
  <Override PartName="/customXml/itemProps51.xml" ContentType="application/vnd.openxmlformats-officedocument.customXmlProperties+xml"/>
  <Override PartName="/customXml/itemProps52.xml" ContentType="application/vnd.openxmlformats-officedocument.customXmlProperties+xml"/>
  <Override PartName="/customXml/itemProps53.xml" ContentType="application/vnd.openxmlformats-officedocument.customXmlProperties+xml"/>
  <Override PartName="/customXml/itemProps54.xml" ContentType="application/vnd.openxmlformats-officedocument.customXmlProperties+xml"/>
  <Override PartName="/customXml/itemProps55.xml" ContentType="application/vnd.openxmlformats-officedocument.customXmlProperties+xml"/>
  <Override PartName="/customXml/itemProps56.xml" ContentType="application/vnd.openxmlformats-officedocument.customXmlProperties+xml"/>
  <Override PartName="/customXml/itemProps57.xml" ContentType="application/vnd.openxmlformats-officedocument.customXmlProperties+xml"/>
  <Override PartName="/customXml/itemProps58.xml" ContentType="application/vnd.openxmlformats-officedocument.customXmlProperties+xml"/>
  <Override PartName="/customXml/itemProps59.xml" ContentType="application/vnd.openxmlformats-officedocument.customXmlProperties+xml"/>
  <Override PartName="/customXml/itemProps6.xml" ContentType="application/vnd.openxmlformats-officedocument.customXmlProperties+xml"/>
  <Override PartName="/customXml/itemProps60.xml" ContentType="application/vnd.openxmlformats-officedocument.customXmlProperties+xml"/>
  <Override PartName="/customXml/itemProps61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4229" r:id="rId62"/>
  </p:sldMasterIdLst>
  <p:notesMasterIdLst>
    <p:notesMasterId r:id="rId82"/>
  </p:notesMasterIdLst>
  <p:handoutMasterIdLst>
    <p:handoutMasterId r:id="rId83"/>
  </p:handoutMasterIdLst>
  <p:sldIdLst>
    <p:sldId id="256" r:id="rId63"/>
    <p:sldId id="274" r:id="rId64"/>
    <p:sldId id="257" r:id="rId65"/>
    <p:sldId id="258" r:id="rId66"/>
    <p:sldId id="259" r:id="rId67"/>
    <p:sldId id="260" r:id="rId68"/>
    <p:sldId id="261" r:id="rId69"/>
    <p:sldId id="262" r:id="rId70"/>
    <p:sldId id="263" r:id="rId71"/>
    <p:sldId id="264" r:id="rId72"/>
    <p:sldId id="265" r:id="rId73"/>
    <p:sldId id="266" r:id="rId74"/>
    <p:sldId id="267" r:id="rId75"/>
    <p:sldId id="268" r:id="rId76"/>
    <p:sldId id="269" r:id="rId77"/>
    <p:sldId id="270" r:id="rId78"/>
    <p:sldId id="271" r:id="rId79"/>
    <p:sldId id="272" r:id="rId80"/>
    <p:sldId id="273" r:id="rId81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D8C95"/>
    <a:srgbClr val="000000"/>
    <a:srgbClr val="262626"/>
    <a:srgbClr val="131313"/>
    <a:srgbClr val="242428"/>
    <a:srgbClr val="19181C"/>
    <a:srgbClr val="E15310"/>
    <a:srgbClr val="006D85"/>
    <a:srgbClr val="888D91"/>
    <a:srgbClr val="0101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038" autoAdjust="0"/>
    <p:restoredTop sz="97843" autoAdjust="0"/>
  </p:normalViewPr>
  <p:slideViewPr>
    <p:cSldViewPr snapToGrid="0">
      <p:cViewPr varScale="1">
        <p:scale>
          <a:sx n="113" d="100"/>
          <a:sy n="113" d="100"/>
        </p:scale>
        <p:origin x="171" y="57"/>
      </p:cViewPr>
      <p:guideLst/>
    </p:cSldViewPr>
  </p:slideViewPr>
  <p:outlineViewPr>
    <p:cViewPr>
      <p:scale>
        <a:sx n="33" d="100"/>
        <a:sy n="33" d="100"/>
      </p:scale>
      <p:origin x="0" y="-651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792"/>
    </p:cViewPr>
  </p:sorterViewPr>
  <p:notesViewPr>
    <p:cSldViewPr snapToGrid="0" showGuides="1">
      <p:cViewPr varScale="1">
        <p:scale>
          <a:sx n="168" d="100"/>
          <a:sy n="168" d="100"/>
        </p:scale>
        <p:origin x="5432" y="21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customXml" Target="../customXml/item5.xml"/><Relationship Id="rId6" Type="http://schemas.openxmlformats.org/officeDocument/2006/relationships/customXml" Target="../customXml/item6.xml"/><Relationship Id="rId7" Type="http://schemas.openxmlformats.org/officeDocument/2006/relationships/customXml" Target="../customXml/item7.xml"/><Relationship Id="rId8" Type="http://schemas.openxmlformats.org/officeDocument/2006/relationships/customXml" Target="../customXml/item8.xml"/><Relationship Id="rId9" Type="http://schemas.openxmlformats.org/officeDocument/2006/relationships/customXml" Target="../customXml/item9.xml"/><Relationship Id="rId10" Type="http://schemas.openxmlformats.org/officeDocument/2006/relationships/customXml" Target="../customXml/item10.xml"/><Relationship Id="rId11" Type="http://schemas.openxmlformats.org/officeDocument/2006/relationships/customXml" Target="../customXml/item11.xml"/><Relationship Id="rId12" Type="http://schemas.openxmlformats.org/officeDocument/2006/relationships/customXml" Target="../customXml/item12.xml"/><Relationship Id="rId13" Type="http://schemas.openxmlformats.org/officeDocument/2006/relationships/customXml" Target="../customXml/item13.xml"/><Relationship Id="rId14" Type="http://schemas.openxmlformats.org/officeDocument/2006/relationships/customXml" Target="../customXml/item14.xml"/><Relationship Id="rId15" Type="http://schemas.openxmlformats.org/officeDocument/2006/relationships/customXml" Target="../customXml/item15.xml"/><Relationship Id="rId16" Type="http://schemas.openxmlformats.org/officeDocument/2006/relationships/customXml" Target="../customXml/item16.xml"/><Relationship Id="rId17" Type="http://schemas.openxmlformats.org/officeDocument/2006/relationships/customXml" Target="../customXml/item17.xml"/><Relationship Id="rId18" Type="http://schemas.openxmlformats.org/officeDocument/2006/relationships/customXml" Target="../customXml/item18.xml"/><Relationship Id="rId19" Type="http://schemas.openxmlformats.org/officeDocument/2006/relationships/customXml" Target="../customXml/item19.xml"/><Relationship Id="rId20" Type="http://schemas.openxmlformats.org/officeDocument/2006/relationships/customXml" Target="../customXml/item20.xml"/><Relationship Id="rId21" Type="http://schemas.openxmlformats.org/officeDocument/2006/relationships/customXml" Target="../customXml/item21.xml"/><Relationship Id="rId22" Type="http://schemas.openxmlformats.org/officeDocument/2006/relationships/customXml" Target="../customXml/item22.xml"/><Relationship Id="rId23" Type="http://schemas.openxmlformats.org/officeDocument/2006/relationships/customXml" Target="../customXml/item23.xml"/><Relationship Id="rId24" Type="http://schemas.openxmlformats.org/officeDocument/2006/relationships/customXml" Target="../customXml/item24.xml"/><Relationship Id="rId25" Type="http://schemas.openxmlformats.org/officeDocument/2006/relationships/customXml" Target="../customXml/item25.xml"/><Relationship Id="rId26" Type="http://schemas.openxmlformats.org/officeDocument/2006/relationships/customXml" Target="../customXml/item26.xml"/><Relationship Id="rId27" Type="http://schemas.openxmlformats.org/officeDocument/2006/relationships/customXml" Target="../customXml/item27.xml"/><Relationship Id="rId28" Type="http://schemas.openxmlformats.org/officeDocument/2006/relationships/customXml" Target="../customXml/item28.xml"/><Relationship Id="rId29" Type="http://schemas.openxmlformats.org/officeDocument/2006/relationships/customXml" Target="../customXml/item29.xml"/><Relationship Id="rId30" Type="http://schemas.openxmlformats.org/officeDocument/2006/relationships/customXml" Target="../customXml/item30.xml"/><Relationship Id="rId31" Type="http://schemas.openxmlformats.org/officeDocument/2006/relationships/customXml" Target="../customXml/item31.xml"/><Relationship Id="rId32" Type="http://schemas.openxmlformats.org/officeDocument/2006/relationships/customXml" Target="../customXml/item32.xml"/><Relationship Id="rId33" Type="http://schemas.openxmlformats.org/officeDocument/2006/relationships/customXml" Target="../customXml/item33.xml"/><Relationship Id="rId34" Type="http://schemas.openxmlformats.org/officeDocument/2006/relationships/customXml" Target="../customXml/item34.xml"/><Relationship Id="rId35" Type="http://schemas.openxmlformats.org/officeDocument/2006/relationships/customXml" Target="../customXml/item35.xml"/><Relationship Id="rId36" Type="http://schemas.openxmlformats.org/officeDocument/2006/relationships/customXml" Target="../customXml/item36.xml"/><Relationship Id="rId37" Type="http://schemas.openxmlformats.org/officeDocument/2006/relationships/customXml" Target="../customXml/item37.xml"/><Relationship Id="rId38" Type="http://schemas.openxmlformats.org/officeDocument/2006/relationships/customXml" Target="../customXml/item38.xml"/><Relationship Id="rId39" Type="http://schemas.openxmlformats.org/officeDocument/2006/relationships/customXml" Target="../customXml/item39.xml"/><Relationship Id="rId40" Type="http://schemas.openxmlformats.org/officeDocument/2006/relationships/customXml" Target="../customXml/item40.xml"/><Relationship Id="rId41" Type="http://schemas.openxmlformats.org/officeDocument/2006/relationships/customXml" Target="../customXml/item41.xml"/><Relationship Id="rId42" Type="http://schemas.openxmlformats.org/officeDocument/2006/relationships/customXml" Target="../customXml/item42.xml"/><Relationship Id="rId43" Type="http://schemas.openxmlformats.org/officeDocument/2006/relationships/customXml" Target="../customXml/item43.xml"/><Relationship Id="rId44" Type="http://schemas.openxmlformats.org/officeDocument/2006/relationships/customXml" Target="../customXml/item44.xml"/><Relationship Id="rId45" Type="http://schemas.openxmlformats.org/officeDocument/2006/relationships/customXml" Target="../customXml/item45.xml"/><Relationship Id="rId46" Type="http://schemas.openxmlformats.org/officeDocument/2006/relationships/customXml" Target="../customXml/item46.xml"/><Relationship Id="rId47" Type="http://schemas.openxmlformats.org/officeDocument/2006/relationships/customXml" Target="../customXml/item47.xml"/><Relationship Id="rId48" Type="http://schemas.openxmlformats.org/officeDocument/2006/relationships/customXml" Target="../customXml/item48.xml"/><Relationship Id="rId49" Type="http://schemas.openxmlformats.org/officeDocument/2006/relationships/customXml" Target="../customXml/item49.xml"/><Relationship Id="rId50" Type="http://schemas.openxmlformats.org/officeDocument/2006/relationships/customXml" Target="../customXml/item50.xml"/><Relationship Id="rId51" Type="http://schemas.openxmlformats.org/officeDocument/2006/relationships/customXml" Target="../customXml/item51.xml"/><Relationship Id="rId52" Type="http://schemas.openxmlformats.org/officeDocument/2006/relationships/customXml" Target="../customXml/item52.xml"/><Relationship Id="rId53" Type="http://schemas.openxmlformats.org/officeDocument/2006/relationships/customXml" Target="../customXml/item53.xml"/><Relationship Id="rId54" Type="http://schemas.openxmlformats.org/officeDocument/2006/relationships/customXml" Target="../customXml/item54.xml"/><Relationship Id="rId55" Type="http://schemas.openxmlformats.org/officeDocument/2006/relationships/customXml" Target="../customXml/item55.xml"/><Relationship Id="rId56" Type="http://schemas.openxmlformats.org/officeDocument/2006/relationships/customXml" Target="../customXml/item56.xml"/><Relationship Id="rId57" Type="http://schemas.openxmlformats.org/officeDocument/2006/relationships/customXml" Target="../customXml/item57.xml"/><Relationship Id="rId58" Type="http://schemas.openxmlformats.org/officeDocument/2006/relationships/customXml" Target="../customXml/item58.xml"/><Relationship Id="rId59" Type="http://schemas.openxmlformats.org/officeDocument/2006/relationships/customXml" Target="../customXml/item59.xml"/><Relationship Id="rId60" Type="http://schemas.openxmlformats.org/officeDocument/2006/relationships/customXml" Target="../customXml/item60.xml"/><Relationship Id="rId61" Type="http://schemas.openxmlformats.org/officeDocument/2006/relationships/customXml" Target="../customXml/item61.xml"/><Relationship Id="rId62" Type="http://schemas.openxmlformats.org/officeDocument/2006/relationships/slideMaster" Target="slideMasters/slideMaster1.xml"/><Relationship Id="rId63" Type="http://schemas.openxmlformats.org/officeDocument/2006/relationships/slide" Target="slides/slide1.xml"/><Relationship Id="rId64" Type="http://schemas.openxmlformats.org/officeDocument/2006/relationships/slide" Target="slides/slide2.xml"/><Relationship Id="rId65" Type="http://schemas.openxmlformats.org/officeDocument/2006/relationships/slide" Target="slides/slide3.xml"/><Relationship Id="rId66" Type="http://schemas.openxmlformats.org/officeDocument/2006/relationships/slide" Target="slides/slide4.xml"/><Relationship Id="rId67" Type="http://schemas.openxmlformats.org/officeDocument/2006/relationships/slide" Target="slides/slide5.xml"/><Relationship Id="rId68" Type="http://schemas.openxmlformats.org/officeDocument/2006/relationships/slide" Target="slides/slide6.xml"/><Relationship Id="rId69" Type="http://schemas.openxmlformats.org/officeDocument/2006/relationships/slide" Target="slides/slide7.xml"/><Relationship Id="rId70" Type="http://schemas.openxmlformats.org/officeDocument/2006/relationships/slide" Target="slides/slide8.xml"/><Relationship Id="rId71" Type="http://schemas.openxmlformats.org/officeDocument/2006/relationships/slide" Target="slides/slide9.xml"/><Relationship Id="rId72" Type="http://schemas.openxmlformats.org/officeDocument/2006/relationships/slide" Target="slides/slide10.xml"/><Relationship Id="rId73" Type="http://schemas.openxmlformats.org/officeDocument/2006/relationships/slide" Target="slides/slide11.xml"/><Relationship Id="rId74" Type="http://schemas.openxmlformats.org/officeDocument/2006/relationships/slide" Target="slides/slide12.xml"/><Relationship Id="rId75" Type="http://schemas.openxmlformats.org/officeDocument/2006/relationships/slide" Target="slides/slide13.xml"/><Relationship Id="rId76" Type="http://schemas.openxmlformats.org/officeDocument/2006/relationships/slide" Target="slides/slide14.xml"/><Relationship Id="rId77" Type="http://schemas.openxmlformats.org/officeDocument/2006/relationships/slide" Target="slides/slide15.xml"/><Relationship Id="rId78" Type="http://schemas.openxmlformats.org/officeDocument/2006/relationships/slide" Target="slides/slide16.xml"/><Relationship Id="rId79" Type="http://schemas.openxmlformats.org/officeDocument/2006/relationships/slide" Target="slides/slide17.xml"/><Relationship Id="rId80" Type="http://schemas.openxmlformats.org/officeDocument/2006/relationships/slide" Target="slides/slide18.xml"/><Relationship Id="rId81" Type="http://schemas.openxmlformats.org/officeDocument/2006/relationships/slide" Target="slides/slide19.xml"/><Relationship Id="rId82" Type="http://schemas.openxmlformats.org/officeDocument/2006/relationships/notesMaster" Target="notesMasters/notesMaster1.xml"/><Relationship Id="rId83" Type="http://schemas.openxmlformats.org/officeDocument/2006/relationships/handoutMaster" Target="handoutMasters/handoutMaster1.xml"/><Relationship Id="rId84" Type="http://schemas.openxmlformats.org/officeDocument/2006/relationships/commentAuthors" Target="commentAuthors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 Placeholder 7">
            <a:extLst>
              <a:ext uri="{FF2B5EF4-FFF2-40B4-BE49-F238E27FC236}">
                <a16:creationId xmlns:a16="http://schemas.microsoft.com/office/drawing/2014/main" id="{6D9F846D-2CFB-BC42-A87F-3BBAB17363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Footer Placeholder 9">
            <a:extLst>
              <a:ext uri="{FF2B5EF4-FFF2-40B4-BE49-F238E27FC236}">
                <a16:creationId xmlns:a16="http://schemas.microsoft.com/office/drawing/2014/main" id="{88408BE6-8E91-914D-8FB2-836E9E3F52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053A4A9A-59E9-FE4E-8C48-82287B8CFB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10/2/2026 10:09 AM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ECC6F94-A19F-3C4E-B299-330922AF66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231887" y="106595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658813" y="684213"/>
            <a:ext cx="554037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224725" y="8686801"/>
            <a:ext cx="5409296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0" indent="0" algn="l">
              <a:defRPr sz="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defTabSz="914099" eaLnBrk="0" hangingPunct="0"/>
            <a:r>
              <a:rPr lang="en-US">
                <a:ea typeface="Segoe UI" pitchFamily="34" charset="0"/>
              </a:rPr>
              <a:t>© Advanced Micro Devices, Inc. All rights reserved. Confidential – Not for distribution.</a:t>
            </a:r>
            <a:endParaRPr lang="en-US" dirty="0">
              <a:ea typeface="Segoe UI" pitchFamily="34" charset="0"/>
            </a:endParaRP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661475" y="118832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76B0810-FC62-EE4E-BF04-55F4B7654175}" type="datetime8">
              <a:rPr lang="en-US" smtClean="0"/>
              <a:pPr/>
              <a:t>10/2/2026 10:07 AM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107052"/>
            <a:ext cx="5486400" cy="43511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839568" y="8685214"/>
            <a:ext cx="793708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67" rtl="0" eaLnBrk="1" latinLnBrk="0" hangingPunct="1">
      <a:lnSpc>
        <a:spcPct val="90000"/>
      </a:lnSpc>
      <a:spcAft>
        <a:spcPts val="333"/>
      </a:spcAft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10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1050" b="0" i="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Welcome. Today we fine-tune a small open model with Unsloth on an AMD Radeon GPU, and we teach it to play Sudoku using GRPO reinforcement learning. Hands-on: everyone gets a hosted Jupyter notebook on a real AMD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blocks. First half is concepts, second half is hands-on on the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Quick grounding before we touch the GPU.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 LLM predicts the next token. Base versus instruct matters when you pick a checkpoint: for GRPO from scratch we usually start from a base or a small instruct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Fine-tuning is not about teaching new facts so much as new behaviour: style, format, and task focus. It is frequently cheaper than prompt engineering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LoRA freezes the base model and trains small adapter matrices. QLoRA adds 4-bit quantization of the frozen base, which is what lets a workshop-size GPU handle a real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SFT needs the right answer written down. GRPO only needs a judge. For Sudoku we can check a board programmatically, so a reward function is easy and GRPO is the natural 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Pick a small model first. SFT path: find or upload data. GRPO path: generate attempts and write a reward function. Then choose LoRA or QLoRA, train, evaluate. The knobs at the bottom are the ones you will actually touch in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Unsloth is the accelerator layer. Same Transformers API, materially less memory and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Now we switch to the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Why Sudoku for GRPO: correctness is checkable in code, so the reward function is a few lines. That is exactly the property GRPO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Everyone go to notebooks.amd.com/ind-dev now. Password RadeonUnslothTuning. Choose the Fine-Tuning LLMs with Unsloth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rocm-smi is the one you will keep open in a second tab. If utilisation is flat at zero while a cell shows an asterisk, something is running on CPU.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Cells run in order. The asterisk means the kernel is busy. Model download happens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Fifteen steps is a demo, not a converged run. What matters is that the reward is trending and the board output is structurally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 workshop issues are one of these six. Out of memory is the most common: QLoRA and a shorter sequence length fix it almost every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All links are on this slide. The notebook stays up after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Thank you.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No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350259" y="1621536"/>
            <a:ext cx="6244333" cy="1941576"/>
          </a:xfrm>
          <a:noFill/>
        </p:spPr>
        <p:txBody>
          <a:bodyPr wrap="square" lIns="0" tIns="0" rIns="0" bIns="0" anchor="ctr" anchorCtr="0">
            <a:noAutofit/>
          </a:bodyPr>
          <a:lstStyle>
            <a:lvl1pPr>
              <a:defRPr sz="4000" spc="-50" baseline="0">
                <a:solidFill>
                  <a:schemeClr val="tx1"/>
                </a:solidFill>
                <a:latin typeface="+mj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3C8DF7-52E5-4ABA-86DD-8FD6C136A4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0260" y="3875650"/>
            <a:ext cx="6244332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b="1" spc="0" baseline="0">
                <a:solidFill>
                  <a:schemeClr val="tx1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2D4C3E2-3CE7-EA80-DFF0-91F7D4F06C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86888" y="5771788"/>
            <a:ext cx="2359024" cy="67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5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hf hdr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487336"/>
            <a:ext cx="5510213" cy="1046440"/>
          </a:xfrm>
          <a:noFill/>
        </p:spPr>
        <p:txBody>
          <a:bodyPr wrap="square" lIns="0" tIns="0" rIns="0" bIns="0" anchor="b" anchorCtr="0">
            <a:spAutoFit/>
          </a:bodyPr>
          <a:lstStyle>
            <a:lvl1pPr>
              <a:defRPr sz="3400" spc="-50" baseline="0">
                <a:solidFill>
                  <a:schemeClr val="tx1"/>
                </a:solidFill>
                <a:latin typeface="+mj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551021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21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:a14="http://schemas.microsoft.com/office/drawing/2010/main" xmlns:p15="http://schemas.microsoft.com/office/powerpoint/2012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ckup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582D644-6452-D04E-ACC8-AE775B9DB7B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6857994" y="0"/>
            <a:ext cx="5334006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EF9816-E4E3-3E43-A0E6-62AA2BBAC2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200" y="585787"/>
            <a:ext cx="1227766" cy="2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580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pos="3839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2111"/>
            <a:ext cx="11018838" cy="4836927"/>
          </a:xfrm>
        </p:spPr>
        <p:txBody>
          <a:bodyPr/>
          <a:lstStyle>
            <a:lvl1pPr marL="228600" indent="-228600">
              <a:buSzPct val="90000"/>
              <a:buFont typeface="Klavika Regular" panose="020B0604020202020204" pitchFamily="34" charset="0"/>
              <a:buChar char="•"/>
              <a:defRPr/>
            </a:lvl1pPr>
            <a:lvl2pPr marL="457200" indent="-228600">
              <a:buSzPct val="90000"/>
              <a:buFont typeface="Klavika Regular" panose="020B0604020202020204" pitchFamily="34" charset="0"/>
              <a:buChar char="•"/>
              <a:defRPr/>
            </a:lvl2pPr>
            <a:lvl3pPr marL="657225" indent="-200025">
              <a:buSzPct val="90000"/>
              <a:buFont typeface="Klavika Regular" panose="020B0604020202020204" pitchFamily="34" charset="0"/>
              <a:buChar char="•"/>
              <a:defRPr/>
            </a:lvl3pPr>
            <a:lvl4pPr marL="842963" indent="-180975">
              <a:buSzPct val="90000"/>
              <a:buFont typeface="Klavika Regular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Klavika Regular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3299196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905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313373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3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1110"/>
          </a:xfrm>
        </p:spPr>
        <p:txBody>
          <a:bodyPr/>
          <a:lstStyle>
            <a:lvl1pPr marL="228600" indent="-228600">
              <a:buSzPct val="90000"/>
              <a:buFont typeface="Klavika Regular" panose="020B0604020202020204" pitchFamily="34" charset="0"/>
              <a:buChar char="•"/>
              <a:defRPr/>
            </a:lvl1pPr>
            <a:lvl2pPr marL="457200" indent="-228600">
              <a:buSzPct val="90000"/>
              <a:buFont typeface="Klavika Regular" panose="020B0604020202020204" pitchFamily="34" charset="0"/>
              <a:buChar char="•"/>
              <a:defRPr/>
            </a:lvl2pPr>
            <a:lvl3pPr marL="657225" indent="-200025">
              <a:buSzPct val="90000"/>
              <a:buFont typeface="Klavika Regular" panose="020B0604020202020204" pitchFamily="34" charset="0"/>
              <a:buChar char="•"/>
              <a:defRPr/>
            </a:lvl3pPr>
            <a:lvl4pPr marL="842963" indent="-180975">
              <a:buSzPct val="90000"/>
              <a:buFont typeface="Klavika Regular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Klavika Regular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1110"/>
          </a:xfrm>
        </p:spPr>
        <p:txBody>
          <a:bodyPr/>
          <a:lstStyle>
            <a:lvl1pPr marL="228600" indent="-228600">
              <a:buSzPct val="90000"/>
              <a:buFont typeface="Klavika Regular" panose="020B0604020202020204" pitchFamily="34" charset="0"/>
              <a:buChar char="•"/>
              <a:defRPr/>
            </a:lvl1pPr>
            <a:lvl2pPr marL="457200" indent="-228600">
              <a:buSzPct val="90000"/>
              <a:buFont typeface="Klavika Regular" panose="020B0604020202020204" pitchFamily="34" charset="0"/>
              <a:buChar char="•"/>
              <a:defRPr/>
            </a:lvl2pPr>
            <a:lvl3pPr marL="657225" indent="-200025">
              <a:buSzPct val="90000"/>
              <a:buFont typeface="Klavika Regular" panose="020B0604020202020204" pitchFamily="34" charset="0"/>
              <a:buChar char="•"/>
              <a:defRPr/>
            </a:lvl3pPr>
            <a:lvl4pPr marL="842963" indent="-180975">
              <a:buSzPct val="90000"/>
              <a:buFont typeface="Klavika Regular" panose="020B0604020202020204" pitchFamily="34" charset="0"/>
              <a:buChar char="•"/>
              <a:defRPr/>
            </a:lvl4pPr>
            <a:lvl5pPr marL="1023938" indent="-168275">
              <a:buSzPct val="90000"/>
              <a:buFont typeface="Klavika Regular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24536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B9D8600-6232-EB42-9B16-FE5606C9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2710BA9-0DC0-4BFB-82CF-4F93C55DEF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639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5F674C-7305-447F-8F35-DBBE344126B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95720" y="1434370"/>
            <a:ext cx="5209890" cy="4831840"/>
          </a:xfrm>
        </p:spPr>
        <p:txBody>
          <a:bodyPr wrap="square">
            <a:no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9201898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4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pos="4021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98454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1C41AE-0083-2A44-9A00-206CEB62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3182778"/>
            <a:ext cx="11018520" cy="492443"/>
          </a:xfrm>
        </p:spPr>
        <p:txBody>
          <a:bodyPr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438585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8" userDrawn="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1992" userDrawn="1">
          <p15:clr>
            <a:srgbClr val="5ACBF0"/>
          </p15:clr>
        </p15:guide>
        <p15:guide id="29" orient="horz" pos="2328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D20C4-3302-EB45-B6C3-8D7D3B54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060B0B7-8257-AF44-8E50-C5EF88BB382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8826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4CAA7D2A-D3F3-C443-BEAB-AE463EB697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159974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606696E-F9FD-7A41-B239-56C925CA5E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61123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67BFD11-A5C7-534B-95DE-708BA59C346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62271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4A2493A-DA9A-774E-B698-381E87F302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463419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9F155F2-1A5E-D049-B799-7F265508271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5645683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9D300ED-46DE-8D44-B42F-D72A4BD1D0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65716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59F3EBB-786F-7A42-B92F-72211CA921F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7668651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BA676D0-34EC-3646-AC3D-071EB3DD9D6C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8680135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ADFD9C1-E635-1B46-BC21-4D5D3069E75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691619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CF35C45-D347-D645-8CD2-6E3D2088C4C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10703107" y="150800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9475B80-6F15-0744-AB11-132AC7CF9AF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58826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65AC22-FEB4-6245-8825-006D3BD5EEC0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159974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CA5DEB6-0C05-E64B-93D0-2DC0A025A09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261123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846680-CCD1-9948-9632-5B8197B7DFFC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 bwMode="gray">
          <a:xfrm>
            <a:off x="362271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079D992-3FCF-A34A-88A0-8A2A68C972E0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 bwMode="gray">
          <a:xfrm>
            <a:off x="463419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996246-3D80-2E4F-B8C7-B5C201E6038B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 bwMode="gray">
          <a:xfrm>
            <a:off x="5645683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B08E9CE-2FBC-A34F-A25C-316E2F2AFB58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 bwMode="gray">
          <a:xfrm>
            <a:off x="665716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DB30B13-3B8F-8940-A799-8867F379BBFF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 bwMode="gray">
          <a:xfrm>
            <a:off x="7668651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C27ED1D-2D58-0F4E-AF78-B5F5237C75C8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 bwMode="gray">
          <a:xfrm>
            <a:off x="8680135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4EBE182-B741-BC49-B664-B0A622BFEA1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9691619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2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16A9CF0-7A7F-AE48-971A-01E1283DC04D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 bwMode="gray">
          <a:xfrm>
            <a:off x="10703107" y="246191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E48212A-DC2D-8A4E-948F-CED552226B35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 bwMode="gray">
          <a:xfrm>
            <a:off x="58826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7EC4B1-AFA8-B84C-9D6B-CFC26A347773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 bwMode="gray">
          <a:xfrm>
            <a:off x="159974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4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41B8F6-CB16-8A47-93D6-22C9BD6E792E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 bwMode="gray">
          <a:xfrm>
            <a:off x="261123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647A9E-3E39-5245-986A-31E2F83C941F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 bwMode="gray">
          <a:xfrm>
            <a:off x="362271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943DD5E-95E4-004B-A652-3964101490F7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 bwMode="gray">
          <a:xfrm>
            <a:off x="463419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324A395-E051-B041-98A7-F038983D90B3}"/>
              </a:ext>
            </a:extLst>
          </p:cNvPr>
          <p:cNvSpPr>
            <a:spLocks noGrp="1"/>
          </p:cNvSpPr>
          <p:nvPr>
            <p:ph type="pic" sz="quarter" idx="38" hasCustomPrompt="1"/>
          </p:nvPr>
        </p:nvSpPr>
        <p:spPr bwMode="gray">
          <a:xfrm>
            <a:off x="5645683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D8EB23B-20D2-E04A-8B4F-F25763669F4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 bwMode="gray">
          <a:xfrm>
            <a:off x="665716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176A914-34CF-6A48-A1B5-7978B2CF9C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 bwMode="gray">
          <a:xfrm>
            <a:off x="7668651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C220427-E17B-B24E-AB8E-2626C72238E1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 bwMode="gray">
          <a:xfrm>
            <a:off x="8680135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56B660E-74F0-6749-933B-EBBB3DC15E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 bwMode="gray">
          <a:xfrm>
            <a:off x="9691619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00E9B2C-54F5-7247-8B0A-8ECF84CB3EC6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 bwMode="gray">
          <a:xfrm>
            <a:off x="10703107" y="341582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1E232AB-8B15-254B-A855-7F8837E250DF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 bwMode="gray">
          <a:xfrm>
            <a:off x="58826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5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A9C15B7-B0C8-6F44-8D00-8A2A4EEBF91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 bwMode="gray">
          <a:xfrm>
            <a:off x="159974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55E00E5-0C32-114B-9C71-A210C35FD8A5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 bwMode="gray">
          <a:xfrm>
            <a:off x="261123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3BCE8B7-2363-754D-8DCC-BBD1A812A666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 bwMode="gray">
          <a:xfrm>
            <a:off x="362271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DD5E7E1-6C4A-D24E-B423-731BCB2FED82}"/>
              </a:ext>
            </a:extLst>
          </p:cNvPr>
          <p:cNvSpPr>
            <a:spLocks noGrp="1"/>
          </p:cNvSpPr>
          <p:nvPr>
            <p:ph type="pic" sz="quarter" idx="48" hasCustomPrompt="1"/>
          </p:nvPr>
        </p:nvSpPr>
        <p:spPr bwMode="gray">
          <a:xfrm>
            <a:off x="463419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994E403-A4F2-D143-8694-FFDDED83B568}"/>
              </a:ext>
            </a:extLst>
          </p:cNvPr>
          <p:cNvSpPr>
            <a:spLocks noGrp="1"/>
          </p:cNvSpPr>
          <p:nvPr>
            <p:ph type="pic" sz="quarter" idx="49" hasCustomPrompt="1"/>
          </p:nvPr>
        </p:nvSpPr>
        <p:spPr bwMode="gray">
          <a:xfrm>
            <a:off x="5645683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DD66CA9-613E-E649-873E-15770AF37966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 bwMode="gray">
          <a:xfrm>
            <a:off x="665716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1F31EBB-82CA-0B47-90B9-623F7BEA7BCC}"/>
              </a:ext>
            </a:extLst>
          </p:cNvPr>
          <p:cNvSpPr>
            <a:spLocks noGrp="1"/>
          </p:cNvSpPr>
          <p:nvPr>
            <p:ph type="pic" sz="quarter" idx="51" hasCustomPrompt="1"/>
          </p:nvPr>
        </p:nvSpPr>
        <p:spPr bwMode="gray">
          <a:xfrm>
            <a:off x="7668651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3354D4A-7AE4-3249-979C-EF717F4169E2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 bwMode="gray">
          <a:xfrm>
            <a:off x="8680135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798148F-325B-8847-998F-D6695555F7A4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 bwMode="gray">
          <a:xfrm>
            <a:off x="9691619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FC062AA-6E9F-F148-A650-D892DEAD4D5B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 bwMode="gray">
          <a:xfrm>
            <a:off x="10703107" y="436973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6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736B318-56FF-BD45-BE51-B4F02187BAB1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 bwMode="gray">
          <a:xfrm>
            <a:off x="58826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874F5D0-313C-9C4E-A76E-837FA8B341EF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 bwMode="gray">
          <a:xfrm>
            <a:off x="159974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0B1B6CBD-7E6A-E64A-8901-48FC6B628F8A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 bwMode="gray">
          <a:xfrm>
            <a:off x="261123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2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1345C8D-49CF-D74B-BBBF-1ABB0F2BC7E0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 bwMode="gray">
          <a:xfrm>
            <a:off x="362271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9431BFC-6034-2D48-B40D-D214B5BA49EA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 bwMode="gray">
          <a:xfrm>
            <a:off x="463419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E881A0D-AB0E-1544-945D-AFD48D4CD2F5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 bwMode="gray">
          <a:xfrm>
            <a:off x="5645683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64F7E33-6DCA-DF42-BB2E-C8EC136C0AAA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 bwMode="gray">
          <a:xfrm>
            <a:off x="665716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AC86F5EF-AD62-294A-AE53-AD62F4600B0F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 bwMode="gray">
          <a:xfrm>
            <a:off x="7668651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DDEFD37-0863-F949-AA96-5F73CC3B271A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 bwMode="gray">
          <a:xfrm>
            <a:off x="8680135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7F81ABC-5057-6D45-AD46-29A54A126114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 bwMode="gray">
          <a:xfrm>
            <a:off x="9691619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  <p:sp>
        <p:nvSpPr>
          <p:cNvPr id="7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866A0A0-C971-6B47-A279-161DD8E70EEB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 bwMode="gray">
          <a:xfrm>
            <a:off x="10703107" y="5323643"/>
            <a:ext cx="906233" cy="852256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  <a:ln w="12700">
            <a:solidFill>
              <a:schemeClr val="bg1">
                <a:lumMod val="75000"/>
              </a:schemeClr>
            </a:solidFill>
            <a:miter lim="800000"/>
          </a:ln>
        </p:spPr>
        <p:txBody>
          <a:bodyPr lIns="91440" tIns="91440" rIns="91440" bIns="914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800" b="0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Drop Image</a:t>
            </a:r>
          </a:p>
        </p:txBody>
      </p:sp>
    </p:spTree>
    <p:extLst>
      <p:ext uri="{BB962C8B-B14F-4D97-AF65-F5344CB8AC3E}">
        <p14:creationId xmlns:p14="http://schemas.microsoft.com/office/powerpoint/2010/main" val="260652885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quar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5334000" y="0"/>
            <a:ext cx="6858000" cy="6858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210312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2262425"/>
            <a:ext cx="4158362" cy="861774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885658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/Feature - Squar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">
            <a:extLst>
              <a:ext uri="{FF2B5EF4-FFF2-40B4-BE49-F238E27FC236}">
                <a16:creationId xmlns:a16="http://schemas.microsoft.com/office/drawing/2014/main" id="{2091FAC0-2210-AA45-95A9-B6A721525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8800" y="1028700"/>
            <a:ext cx="6259511" cy="9144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0B0D8E2-424A-CE45-AD48-F95CCAF1135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638801" y="2299447"/>
            <a:ext cx="6259511" cy="3491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CC6E92E5-E859-445F-856B-33F974FA3AC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293688" y="1043675"/>
            <a:ext cx="5040311" cy="474008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272391434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FBAE40"/>
          </p15:clr>
        </p15:guide>
        <p15:guide id="6" orient="horz" pos="648" userDrawn="1">
          <p15:clr>
            <a:srgbClr val="5ACBF0"/>
          </p15:clr>
        </p15:guide>
        <p15:guide id="8" orient="horz" pos="3648" userDrawn="1">
          <p15:clr>
            <a:srgbClr val="5ACBF0"/>
          </p15:clr>
        </p15:guide>
        <p15:guide id="10" pos="3720" userDrawn="1">
          <p15:clr>
            <a:srgbClr val="C35EA4"/>
          </p15:clr>
        </p15:guide>
        <p15:guide id="11" pos="2993">
          <p15:clr>
            <a:srgbClr val="5ACBF0"/>
          </p15:clr>
        </p15:guide>
        <p15:guide id="12" pos="3552" userDrawn="1">
          <p15:clr>
            <a:srgbClr val="A4A3A4"/>
          </p15:clr>
        </p15:guide>
        <p15:guide id="14" orient="horz" pos="1440" userDrawn="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700493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p Horizontal Photo, Lockup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381" y="5157216"/>
            <a:ext cx="7785402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7D67B8-90AB-642F-D3C2-79B0D799917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5217" y="5449153"/>
            <a:ext cx="2176078" cy="518616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1B2658-BBE5-FF50-3A49-A12C7B1EA044}"/>
              </a:ext>
            </a:extLst>
          </p:cNvPr>
          <p:cNvCxnSpPr/>
          <p:nvPr userDrawn="1"/>
        </p:nvCxnSpPr>
        <p:spPr>
          <a:xfrm>
            <a:off x="3418764" y="5137316"/>
            <a:ext cx="0" cy="1160060"/>
          </a:xfrm>
          <a:prstGeom prst="line">
            <a:avLst/>
          </a:prstGeom>
          <a:ln w="6350">
            <a:solidFill>
              <a:schemeClr val="tx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980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-2381" y="2286000"/>
            <a:ext cx="12192000" cy="457200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0" rtlCol="0" anchor="t" anchorCtr="0">
            <a:noAutofit/>
          </a:bodyPr>
          <a:lstStyle>
            <a:lvl1pPr marL="0" indent="0" algn="ctr">
              <a:buNone/>
              <a:defRPr lang="en-US" sz="12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</p:spTree>
    <p:extLst>
      <p:ext uri="{BB962C8B-B14F-4D97-AF65-F5344CB8AC3E}">
        <p14:creationId xmlns:p14="http://schemas.microsoft.com/office/powerpoint/2010/main" val="33295567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486399"/>
            <a:ext cx="5367528" cy="782639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39255" y="1822077"/>
            <a:ext cx="5367528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vert="horz" wrap="square" lIns="0" tIns="720000" rIns="0" bIns="1188720" rtlCol="0" anchor="t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FFFFFF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and drop your photo here</a:t>
            </a:r>
            <a:br>
              <a:rPr lang="en-US" dirty="0"/>
            </a:br>
            <a:r>
              <a:rPr lang="en-US" dirty="0"/>
              <a:t>or click or tap icon below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6852B-EA48-4DA0-85C5-B2B1A9079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97602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1139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4358640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486400"/>
            <a:ext cx="3475037" cy="78263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8132063" y="1815353"/>
            <a:ext cx="3474720" cy="347472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720000" rIns="0" bIns="100584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5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82FBC-A5FE-4949-90A0-2C7AE29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31227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456" userDrawn="1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139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0F91C1-B794-4B3E-A261-364FE4771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42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047671E-2E0A-4489-899C-1D6A3B3522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2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D194322E-67FD-4731-91FC-9B5B2B3A5FE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2968B98-448E-47A5-B9E2-F68A957DA80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56101" y="2024063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09AF88B-94B0-4951-950E-0E65325729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56100" y="2611569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1DFDCCC0-C216-43D7-9899-005148CAC5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56100" y="2945298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2841B3CC-F651-426F-BDBF-9505DCD7F9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28001" y="2029778"/>
            <a:ext cx="3475037" cy="307777"/>
          </a:xfrm>
        </p:spPr>
        <p:txBody>
          <a:bodyPr/>
          <a:lstStyle>
            <a:lvl1pPr marL="0" indent="0">
              <a:buNone/>
              <a:defRPr sz="2000" b="1"/>
            </a:lvl1pPr>
            <a:lvl2pPr marL="0" indent="0">
              <a:buNone/>
              <a:defRPr sz="2000" b="1"/>
            </a:lvl2pPr>
            <a:lvl3pPr marL="0" indent="0">
              <a:buNone/>
              <a:defRPr sz="2000" b="1"/>
            </a:lvl3pPr>
            <a:lvl4pPr marL="0" indent="0">
              <a:buNone/>
              <a:defRPr sz="2000" b="1"/>
            </a:lvl4pPr>
            <a:lvl5pPr marL="0" indent="0">
              <a:buNone/>
              <a:defRPr sz="2000" b="1"/>
            </a:lvl5pPr>
          </a:lstStyle>
          <a:p>
            <a:pPr lvl="0"/>
            <a:r>
              <a:rPr lang="en-US" dirty="0"/>
              <a:t>Click to edit heading </a:t>
            </a:r>
            <a:endParaRPr lang="en-GB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B321F9A-F25D-4EEF-BA80-BFBD772AAC7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8000" y="2617284"/>
            <a:ext cx="479619" cy="54000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100"/>
            </a:lvl1pPr>
            <a:lvl2pPr marL="0" indent="0">
              <a:buNone/>
              <a:defRPr sz="100"/>
            </a:lvl2pPr>
            <a:lvl3pPr marL="0" indent="0">
              <a:buNone/>
              <a:defRPr sz="100"/>
            </a:lvl3pPr>
            <a:lvl4pPr marL="0" indent="0">
              <a:buNone/>
              <a:defRPr sz="100"/>
            </a:lvl4pPr>
            <a:lvl5pPr marL="0" indent="0">
              <a:buNone/>
              <a:defRPr sz="100"/>
            </a:lvl5pPr>
          </a:lstStyle>
          <a:p>
            <a:pPr lvl="0"/>
            <a:r>
              <a:rPr lang="en-GB" dirty="0"/>
              <a:t> </a:t>
            </a:r>
          </a:p>
        </p:txBody>
      </p:sp>
      <p:sp>
        <p:nvSpPr>
          <p:cNvPr id="23" name="Content Placeholder 16">
            <a:extLst>
              <a:ext uri="{FF2B5EF4-FFF2-40B4-BE49-F238E27FC236}">
                <a16:creationId xmlns:a16="http://schemas.microsoft.com/office/drawing/2014/main" id="{7324DA3D-8837-4E90-8B42-BC383F017C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8128000" y="2951013"/>
            <a:ext cx="3475037" cy="2788752"/>
          </a:xfrm>
        </p:spPr>
        <p:txBody>
          <a:bodyPr/>
          <a:lstStyle>
            <a:lvl1pPr>
              <a:defRPr sz="1000"/>
            </a:lvl1pPr>
            <a:lvl2pPr>
              <a:defRPr sz="1000"/>
            </a:lvl2pPr>
            <a:lvl3pPr>
              <a:defRPr sz="8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2C5B4-0CEA-48E6-9BA2-F8B9CA5BE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684864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612" userDrawn="1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842" userDrawn="1">
          <p15:clr>
            <a:srgbClr val="5ACBF0"/>
          </p15:clr>
        </p15:guide>
        <p15:guide id="11" orient="horz" pos="1275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rodu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CA3A818-AA31-4BF6-A4C4-C805CCA29124}"/>
              </a:ext>
            </a:extLst>
          </p:cNvPr>
          <p:cNvSpPr/>
          <p:nvPr userDrawn="1"/>
        </p:nvSpPr>
        <p:spPr>
          <a:xfrm>
            <a:off x="588387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lavika Regular" panose="020B0604020202020204" pitchFamily="34" charset="0"/>
              <a:ea typeface="+mn-ea"/>
              <a:cs typeface="Klavika Regular" panose="020B0604020202020204" pitchFamily="34" charset="0"/>
            </a:endParaRP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7B003B0A-786C-4C57-B303-7A366B39C7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85217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83C52E2-057A-4B53-8F31-B05DF77524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16555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5D58E01-097F-41EB-809A-E7059986FF1B}"/>
              </a:ext>
            </a:extLst>
          </p:cNvPr>
          <p:cNvSpPr/>
          <p:nvPr userDrawn="1"/>
        </p:nvSpPr>
        <p:spPr bwMode="auto">
          <a:xfrm>
            <a:off x="588387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Klavika Regular" panose="020B0604020202020204"/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16555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E3E95-B158-4C86-84DF-A9A13E023DB6}"/>
              </a:ext>
            </a:extLst>
          </p:cNvPr>
          <p:cNvSpPr/>
          <p:nvPr userDrawn="1"/>
        </p:nvSpPr>
        <p:spPr>
          <a:xfrm>
            <a:off x="4359071" y="1361256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lavika Regular" panose="020B0604020202020204" pitchFamily="34" charset="0"/>
              <a:ea typeface="+mn-ea"/>
              <a:cs typeface="Klavika Regular" panose="020B0604020202020204" pitchFamily="34" charset="0"/>
            </a:endParaRP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21E2461-F046-4629-B68B-D8EE0ED76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587239" y="3898077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F76B0EA-9AD2-41EB-ADA3-35F181847420}"/>
              </a:ext>
            </a:extLst>
          </p:cNvPr>
          <p:cNvSpPr/>
          <p:nvPr userDrawn="1"/>
        </p:nvSpPr>
        <p:spPr bwMode="auto">
          <a:xfrm>
            <a:off x="4359071" y="2001337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Klavika Regular" panose="020B0604020202020204"/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2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D6D6B7E8-8355-48AE-AA16-7F356A160B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87239" y="2166685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D0F26A8-11EC-43E1-8523-7B0228D9735B}"/>
              </a:ext>
            </a:extLst>
          </p:cNvPr>
          <p:cNvSpPr/>
          <p:nvPr userDrawn="1"/>
        </p:nvSpPr>
        <p:spPr>
          <a:xfrm>
            <a:off x="8129756" y="1355289"/>
            <a:ext cx="3473857" cy="4297680"/>
          </a:xfrm>
          <a:prstGeom prst="rect">
            <a:avLst/>
          </a:prstGeom>
          <a:solidFill>
            <a:srgbClr val="19181C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Klavika Regular" panose="020B0604020202020204" pitchFamily="34" charset="0"/>
              <a:ea typeface="+mn-ea"/>
              <a:cs typeface="Klavika Regular" panose="020B0604020202020204" pitchFamily="34" charset="0"/>
            </a:endParaRP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B08E5BD0-8E67-461B-B922-64413A6BE11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57924" y="3892110"/>
            <a:ext cx="3017520" cy="159866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2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A17C328-65EC-49F9-96BC-655F5BDAE853}"/>
              </a:ext>
            </a:extLst>
          </p:cNvPr>
          <p:cNvSpPr/>
          <p:nvPr userDrawn="1"/>
        </p:nvSpPr>
        <p:spPr bwMode="auto">
          <a:xfrm>
            <a:off x="8129756" y="1995370"/>
            <a:ext cx="3473857" cy="1737360"/>
          </a:xfrm>
          <a:prstGeom prst="rect">
            <a:avLst/>
          </a:prstGeom>
          <a:gradFill flip="none" rotWithShape="1">
            <a:gsLst>
              <a:gs pos="100000">
                <a:srgbClr val="8D8C95">
                  <a:alpha val="2745"/>
                </a:srgbClr>
              </a:gs>
              <a:gs pos="0">
                <a:srgbClr val="8D8C95">
                  <a:alpha val="12941"/>
                </a:srgbClr>
              </a:gs>
            </a:gsLst>
            <a:lin ang="16200000" scaled="1"/>
            <a:tileRect/>
          </a:gradFill>
          <a:ln w="6350"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Klavika Regular" panose="020B0604020202020204"/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3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E0EE21D-2571-4587-82C6-AF23D68068E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8357924" y="2160718"/>
            <a:ext cx="3017520" cy="1394729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18000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A714D4-57F9-4476-BAC0-86F4ED06D1E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8381" y="5812349"/>
            <a:ext cx="11015231" cy="48786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800"/>
            </a:lvl1pPr>
            <a:lvl2pPr marL="0" indent="0" algn="ctr">
              <a:buNone/>
              <a:defRPr sz="2800"/>
            </a:lvl2pPr>
            <a:lvl3pPr marL="0" indent="0" algn="ctr">
              <a:buNone/>
              <a:defRPr sz="2800"/>
            </a:lvl3pPr>
            <a:lvl4pPr marL="0" indent="0" algn="ctr">
              <a:buNone/>
              <a:defRPr sz="2800"/>
            </a:lvl4pPr>
            <a:lvl5pPr marL="0" indent="0" algn="ctr">
              <a:buNone/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82B82D46-6BE4-4842-99AA-5D585A8411A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55901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2921C6F5-BAE0-41B0-A919-ABDAF35DAD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32925" y="1304926"/>
            <a:ext cx="3473857" cy="690444"/>
          </a:xfrm>
          <a:solidFill>
            <a:srgbClr val="242428"/>
          </a:solidFill>
        </p:spPr>
        <p:txBody>
          <a:bodyPr lIns="72000" tIns="72000" rIns="72000" bIns="72000" anchor="ctr" anchorCtr="0">
            <a:noAutofit/>
          </a:bodyPr>
          <a:lstStyle>
            <a:lvl1pPr marL="0" indent="0" algn="ctr">
              <a:buNone/>
              <a:defRPr sz="1800" b="1"/>
            </a:lvl1pPr>
            <a:lvl2pPr marL="0" indent="0" algn="ctr">
              <a:buNone/>
              <a:defRPr sz="1800" b="1"/>
            </a:lvl2pPr>
            <a:lvl3pPr marL="0" indent="0" algn="ctr">
              <a:buNone/>
              <a:defRPr sz="1800" b="1"/>
            </a:lvl3pPr>
            <a:lvl4pPr marL="0" indent="0" algn="ctr">
              <a:buNone/>
              <a:defRPr sz="1800" b="1"/>
            </a:lvl4pPr>
            <a:lvl5pPr marL="0" indent="0" algn="ctr">
              <a:buNone/>
              <a:defRPr sz="1800" b="1"/>
            </a:lvl5pPr>
          </a:lstStyle>
          <a:p>
            <a:pPr lvl="0"/>
            <a:r>
              <a:rPr lang="en-US" dirty="0"/>
              <a:t>Click to add heading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3C91994A-3654-4C3E-A312-4B73609F5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91790"/>
            <a:ext cx="11018520" cy="430887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0053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822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582612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3413908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6245204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543640"/>
            <a:ext cx="2532888" cy="1725397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076500" y="1815353"/>
            <a:ext cx="2532888" cy="2532888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lIns="0" tIns="36000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000" b="1">
                <a:solidFill>
                  <a:srgbClr val="FFFFFF"/>
                </a:solidFill>
                <a:latin typeface="+mn-lt"/>
                <a:cs typeface="Klavika Regular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9770F-45CE-4505-A3E9-DB203881F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2735740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856" userDrawn="1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139" userDrawn="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A09B8F0-E785-4993-A9CA-BE8D371B2F1C}"/>
              </a:ext>
            </a:extLst>
          </p:cNvPr>
          <p:cNvSpPr/>
          <p:nvPr userDrawn="1"/>
        </p:nvSpPr>
        <p:spPr bwMode="auto">
          <a:xfrm>
            <a:off x="72575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6082FB-3119-4714-B0C0-D572EC975527}"/>
              </a:ext>
            </a:extLst>
          </p:cNvPr>
          <p:cNvSpPr/>
          <p:nvPr userDrawn="1"/>
        </p:nvSpPr>
        <p:spPr bwMode="auto">
          <a:xfrm>
            <a:off x="58826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20223-B6E5-4A3F-B38B-BD07D5D659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765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2C7966-C4D7-49C0-B78C-2335EC9122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9044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53DD438-6A23-4472-B641-263CA368D7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9044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976077-CE80-43B8-9EE5-625D9EBF3AFE}"/>
              </a:ext>
            </a:extLst>
          </p:cNvPr>
          <p:cNvSpPr/>
          <p:nvPr userDrawn="1"/>
        </p:nvSpPr>
        <p:spPr bwMode="auto">
          <a:xfrm>
            <a:off x="588263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A6B61-EF71-4B61-BCE3-366255FDF1EC}"/>
              </a:ext>
            </a:extLst>
          </p:cNvPr>
          <p:cNvSpPr/>
          <p:nvPr userDrawn="1"/>
        </p:nvSpPr>
        <p:spPr bwMode="auto">
          <a:xfrm>
            <a:off x="725755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0B7D3AE-CE8F-4AFB-89D1-7B9F5309DE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27657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6CF9214B-A0AA-4B6C-B28E-D4EBC5ADE43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0443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C4CC4422-DCB4-43AA-AAD9-BCD5D2AA4B9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90444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805574-3B72-481E-A744-EA088066496F}"/>
              </a:ext>
            </a:extLst>
          </p:cNvPr>
          <p:cNvSpPr/>
          <p:nvPr userDrawn="1"/>
        </p:nvSpPr>
        <p:spPr bwMode="auto">
          <a:xfrm>
            <a:off x="4493592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B8D822-4AF5-4132-A5BC-447AFB46D9A1}"/>
              </a:ext>
            </a:extLst>
          </p:cNvPr>
          <p:cNvSpPr/>
          <p:nvPr userDrawn="1"/>
        </p:nvSpPr>
        <p:spPr bwMode="auto">
          <a:xfrm>
            <a:off x="4356100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885CB766-3BA7-4C6E-981C-12B89BBC0E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95494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8844DE8E-38F4-4A62-9864-CF5DC11D85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8280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D1DCB16E-3178-4977-908B-DCB9D5BE65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58281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33F72-DCBA-4AB2-B21A-B550376D8C87}"/>
              </a:ext>
            </a:extLst>
          </p:cNvPr>
          <p:cNvSpPr/>
          <p:nvPr userDrawn="1"/>
        </p:nvSpPr>
        <p:spPr bwMode="auto">
          <a:xfrm>
            <a:off x="4502417" y="38989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4259E61-6078-44AA-A8F7-193579B7AE28}"/>
              </a:ext>
            </a:extLst>
          </p:cNvPr>
          <p:cNvSpPr/>
          <p:nvPr userDrawn="1"/>
        </p:nvSpPr>
        <p:spPr bwMode="auto">
          <a:xfrm>
            <a:off x="4364925" y="38989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4A82533-F2BF-4E0A-BA3B-0430252D75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04319" y="40410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B3A0E84D-D831-421C-9A30-9491AAAF808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67105" y="41293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BCDABBF1-093E-49D4-A19B-3B8452612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167106" y="48280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4FBA965-A892-4051-B1FD-FD4306CA19AF}"/>
              </a:ext>
            </a:extLst>
          </p:cNvPr>
          <p:cNvSpPr/>
          <p:nvPr userDrawn="1"/>
        </p:nvSpPr>
        <p:spPr bwMode="auto">
          <a:xfrm>
            <a:off x="8275905" y="1714500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6BE5E53-DE80-4281-9FEC-7ACDD1067819}"/>
              </a:ext>
            </a:extLst>
          </p:cNvPr>
          <p:cNvSpPr/>
          <p:nvPr userDrawn="1"/>
        </p:nvSpPr>
        <p:spPr bwMode="auto">
          <a:xfrm>
            <a:off x="8138413" y="1714500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C1E6F08-6F2F-4B8B-9D87-C030E94DF1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77807" y="1856689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38" name="Text Placeholder 6">
            <a:extLst>
              <a:ext uri="{FF2B5EF4-FFF2-40B4-BE49-F238E27FC236}">
                <a16:creationId xmlns:a16="http://schemas.microsoft.com/office/drawing/2014/main" id="{2D06001F-6138-4D6F-A243-7FFE1D81CC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940593" y="1944971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39" name="Text Placeholder 18">
            <a:extLst>
              <a:ext uri="{FF2B5EF4-FFF2-40B4-BE49-F238E27FC236}">
                <a16:creationId xmlns:a16="http://schemas.microsoft.com/office/drawing/2014/main" id="{7841B3D9-6CC3-427F-B428-8C3FDE4BE06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0594" y="2643619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41224F9-6A4C-4C65-8E42-6E3D85470B57}"/>
              </a:ext>
            </a:extLst>
          </p:cNvPr>
          <p:cNvSpPr/>
          <p:nvPr userDrawn="1"/>
        </p:nvSpPr>
        <p:spPr bwMode="auto">
          <a:xfrm>
            <a:off x="8270254" y="3895725"/>
            <a:ext cx="3333483" cy="19812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2903A56-607B-4490-BE1F-86412530286F}"/>
              </a:ext>
            </a:extLst>
          </p:cNvPr>
          <p:cNvSpPr/>
          <p:nvPr userDrawn="1"/>
        </p:nvSpPr>
        <p:spPr bwMode="auto">
          <a:xfrm>
            <a:off x="8132762" y="3895725"/>
            <a:ext cx="137492" cy="1981200"/>
          </a:xfrm>
          <a:prstGeom prst="rect">
            <a:avLst/>
          </a:prstGeom>
          <a:pattFill prst="wdUpDiag">
            <a:fgClr>
              <a:schemeClr val="bg2">
                <a:lumMod val="50000"/>
              </a:schemeClr>
            </a:fgClr>
            <a:bgClr>
              <a:schemeClr val="bg2"/>
            </a:bgClr>
          </a:patt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DE7C2246-8982-4ECB-88AC-EB1C473C2B5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72156" y="4037914"/>
            <a:ext cx="425773" cy="677108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2pPr>
            <a:lvl3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3pPr>
            <a:lvl4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4pPr>
            <a:lvl5pPr marL="0" indent="0">
              <a:buNone/>
              <a:defRPr sz="4400" b="1"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lang="en-US" dirty="0"/>
              <a:t>#</a:t>
            </a:r>
            <a:endParaRPr lang="en-GB" dirty="0"/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709DFA2F-B194-435C-9191-8090148D15F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34942" y="4126196"/>
            <a:ext cx="2593370" cy="595027"/>
          </a:xfrm>
        </p:spPr>
        <p:txBody>
          <a:bodyPr/>
          <a:lstStyle>
            <a:lvl1pPr marL="0" indent="0">
              <a:buNone/>
              <a:defRPr lang="en-US" sz="1600" b="1" dirty="0" smtClean="0">
                <a:solidFill>
                  <a:schemeClr val="tx1"/>
                </a:solidFill>
              </a:defRPr>
            </a:lvl1pPr>
            <a:lvl2pPr marL="0" indent="0">
              <a:buNone/>
              <a:defRPr lang="en-GB" sz="1600" b="1" dirty="0"/>
            </a:lvl2pPr>
            <a:lvl3pPr marL="0" indent="0">
              <a:buNone/>
              <a:defRPr sz="1600" b="1"/>
            </a:lvl3pPr>
            <a:lvl4pPr marL="0" indent="0">
              <a:buNone/>
              <a:defRPr sz="16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add heading</a:t>
            </a:r>
            <a:endParaRPr lang="en-GB" dirty="0"/>
          </a:p>
        </p:txBody>
      </p:sp>
      <p:sp>
        <p:nvSpPr>
          <p:cNvPr id="44" name="Text Placeholder 18">
            <a:extLst>
              <a:ext uri="{FF2B5EF4-FFF2-40B4-BE49-F238E27FC236}">
                <a16:creationId xmlns:a16="http://schemas.microsoft.com/office/drawing/2014/main" id="{66A57C42-7CBF-4742-80C3-46C15991F8E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934943" y="4824844"/>
            <a:ext cx="2593370" cy="968261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1pPr>
            <a:lvl2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2pPr>
            <a:lvl3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3pPr>
            <a:lvl4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4pPr>
            <a:lvl5pPr marL="0" indent="0">
              <a:lnSpc>
                <a:spcPct val="130000"/>
              </a:lnSpc>
              <a:buNone/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8E6D12-E7E5-4852-90CA-46E41D32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636526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702" userDrawn="1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1071" userDrawn="1">
          <p15:clr>
            <a:srgbClr val="5ACBF0"/>
          </p15:clr>
        </p15:guide>
        <p15:guide id="11" orient="horz" pos="2455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D883269-C75C-4B87-8CD9-BE4E94E2B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C923CE-7CB3-4CF0-AAA2-722B1683A10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5300" y="2017713"/>
            <a:ext cx="3494088" cy="42513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</a:lstStyle>
          <a:p>
            <a:pPr lvl="0"/>
            <a:r>
              <a:rPr lang="en-US" dirty="0"/>
              <a:t>Add a caption</a:t>
            </a:r>
          </a:p>
        </p:txBody>
      </p:sp>
      <p:sp>
        <p:nvSpPr>
          <p:cNvPr id="3" name="Picture Placeholder 2" descr="This screenshot is a 'placeholder' only. Drag or drop your screen shot here, or click and tap the center to insert a photo.">
            <a:extLst>
              <a:ext uri="{FF2B5EF4-FFF2-40B4-BE49-F238E27FC236}">
                <a16:creationId xmlns:a16="http://schemas.microsoft.com/office/drawing/2014/main" id="{32952E5A-3BE5-4580-872E-DC3A31E8D44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82612" y="1436688"/>
            <a:ext cx="7253288" cy="4832350"/>
          </a:xfrm>
          <a:pattFill prst="wdUpDiag">
            <a:fgClr>
              <a:schemeClr val="accent1">
                <a:lumMod val="50000"/>
              </a:schemeClr>
            </a:fgClr>
            <a:bgClr>
              <a:schemeClr val="tx2">
                <a:lumMod val="50000"/>
              </a:schemeClr>
            </a:bgClr>
          </a:pattFill>
        </p:spPr>
        <p:txBody>
          <a:bodyPr tIns="720000" bIns="1005840" anchor="t" anchorCtr="0">
            <a:noAutofit/>
          </a:bodyPr>
          <a:lstStyle>
            <a:lvl1pPr marL="0" indent="0" algn="ctr"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Drag &amp; drop a</a:t>
            </a:r>
            <a:br>
              <a:rPr lang="en-US" dirty="0"/>
            </a:br>
            <a:r>
              <a:rPr lang="en-US" dirty="0"/>
              <a:t>screenshot here</a:t>
            </a:r>
            <a:br>
              <a:rPr lang="en-US" dirty="0"/>
            </a:br>
            <a:r>
              <a:rPr lang="en-US" dirty="0"/>
              <a:t>or click or tap icon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</p:spTree>
    <p:extLst>
      <p:ext uri="{BB962C8B-B14F-4D97-AF65-F5344CB8AC3E}">
        <p14:creationId xmlns:p14="http://schemas.microsoft.com/office/powerpoint/2010/main" val="3633176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0" pos="4937">
          <p15:clr>
            <a:srgbClr val="5ACBF0"/>
          </p15:clr>
        </p15:guide>
        <p15:guide id="21" pos="5112">
          <p15:clr>
            <a:srgbClr val="5ACBF0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131029"/>
            <a:ext cx="3468956" cy="861774"/>
          </a:xfrm>
        </p:spPr>
        <p:txBody>
          <a:bodyPr anchor="t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8DBB0A-21C9-483B-83DA-E59B5C35787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646104" y="2131028"/>
            <a:ext cx="6961188" cy="3980641"/>
          </a:xfrm>
        </p:spPr>
        <p:txBody>
          <a:bodyPr>
            <a:normAutofit/>
          </a:bodyPr>
          <a:lstStyle>
            <a:lvl1pPr marL="320040" indent="-320040">
              <a:spcAft>
                <a:spcPts val="1200"/>
              </a:spcAft>
              <a:buFont typeface="+mj-lt"/>
              <a:buAutoNum type="arabicPeriod"/>
              <a:defRPr sz="2000"/>
            </a:lvl1pPr>
            <a:lvl2pPr marL="2286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9FD800B-7DF4-487A-ADA4-F44FB0D5A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88263" y="1842902"/>
            <a:ext cx="3477325" cy="0"/>
          </a:xfrm>
          <a:prstGeom prst="line">
            <a:avLst/>
          </a:prstGeom>
          <a:ln w="63500">
            <a:solidFill>
              <a:schemeClr val="accent1">
                <a:lumMod val="20000"/>
                <a:lumOff val="8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17D0DD9-81B9-4F58-9346-51EE2B8F8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648200" y="1842902"/>
            <a:ext cx="6961188" cy="0"/>
          </a:xfrm>
          <a:prstGeom prst="line">
            <a:avLst/>
          </a:prstGeom>
          <a:ln w="6350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93507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2" pos="2561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3" pos="2928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7"/>
            <a:ext cx="3182027" cy="5683249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292099"/>
            <a:ext cx="6667500" cy="5976939"/>
          </a:xfrm>
        </p:spPr>
        <p:txBody>
          <a:bodyPr anchor="ctr"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356100" y="2264940"/>
            <a:ext cx="0" cy="2059178"/>
          </a:xfrm>
          <a:prstGeom prst="line">
            <a:avLst/>
          </a:prstGeom>
          <a:ln w="6350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50255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104745"/>
            <a:ext cx="7180360" cy="443198"/>
          </a:xfrm>
          <a:noFill/>
        </p:spPr>
        <p:txBody>
          <a:bodyPr wrap="square"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b="1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Klavika Regular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680069"/>
            <a:ext cx="718036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Klavika Regular" panose="020B0604020202020204" pitchFamily="34" charset="0"/>
              <a:buNone/>
              <a:defRPr sz="2000" spc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D3A967-0FBB-34B4-4FB2-6A371308B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99010" y="3177856"/>
            <a:ext cx="2727281" cy="649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602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a16="http://schemas.microsoft.com/office/drawing/2014/main" xmlns:a14="http://schemas.microsoft.com/office/drawing/2010/main" xmlns:p15="http://schemas.microsoft.com/office/powerpoint/2012/main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3" orient="horz" pos="1872" userDrawn="1">
          <p15:clr>
            <a:srgbClr val="5ACBF0"/>
          </p15:clr>
        </p15:guide>
        <p15:guide id="4" orient="horz" pos="2364" userDrawn="1">
          <p15:clr>
            <a:srgbClr val="5ACBF0"/>
          </p15:clr>
        </p15:guide>
        <p15:guide id="5" pos="3840" userDrawn="1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D31CD76-3727-5C5A-936C-21E39A69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79" y="3200400"/>
            <a:ext cx="10997217" cy="1933360"/>
          </a:xfrm>
        </p:spPr>
        <p:txBody>
          <a:bodyPr anchor="b">
            <a:noAutofit/>
          </a:bodyPr>
          <a:lstStyle>
            <a:lvl1pPr>
              <a:defRPr sz="4000" spc="-20" baseline="0"/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67B108C-113D-497F-670A-DDAF72E893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3380" y="5230505"/>
            <a:ext cx="10997217" cy="123171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0" indent="0">
              <a:spcBef>
                <a:spcPts val="0"/>
              </a:spcBef>
              <a:buFontTx/>
              <a:buNone/>
              <a:defRPr sz="2000"/>
            </a:lvl2pPr>
            <a:lvl3pPr marL="0" indent="0">
              <a:spcBef>
                <a:spcPts val="0"/>
              </a:spcBef>
              <a:buFontTx/>
              <a:buNone/>
              <a:defRPr sz="2000"/>
            </a:lvl3pPr>
            <a:lvl4pPr marL="0" indent="0">
              <a:spcBef>
                <a:spcPts val="0"/>
              </a:spcBef>
              <a:buFontTx/>
              <a:buNone/>
              <a:defRPr sz="2000"/>
            </a:lvl4pPr>
            <a:lvl5pPr marL="0" indent="0">
              <a:spcBef>
                <a:spcPts val="0"/>
              </a:spcBef>
              <a:buFontTx/>
              <a:buNone/>
              <a:defRPr sz="2000"/>
            </a:lvl5pPr>
            <a:lvl6pPr marL="0" indent="0">
              <a:spcBef>
                <a:spcPts val="0"/>
              </a:spcBef>
              <a:buFontTx/>
              <a:buNone/>
              <a:defRPr sz="2000"/>
            </a:lvl6pPr>
            <a:lvl7pPr marL="0" indent="0">
              <a:spcBef>
                <a:spcPts val="0"/>
              </a:spcBef>
              <a:buFontTx/>
              <a:buNone/>
              <a:defRPr sz="2000"/>
            </a:lvl7pPr>
            <a:lvl8pPr marL="0" indent="0">
              <a:spcBef>
                <a:spcPts val="0"/>
              </a:spcBef>
              <a:buFontTx/>
              <a:buNone/>
              <a:defRPr sz="2000"/>
            </a:lvl8pPr>
            <a:lvl9pPr marL="0" indent="0">
              <a:spcBef>
                <a:spcPts val="0"/>
              </a:spcBef>
              <a:buFontTx/>
              <a:buNone/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7A3218-9FBC-D7FF-A0AC-D9847C153B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199" y="789515"/>
            <a:ext cx="2302302" cy="54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218140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57056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4829522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18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16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430587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 userDrawn="1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 and Attrib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CE27-18A9-4B58-967D-F414D11BC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9682BFC-72AD-43B8-82AA-B9CAA5B851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963" y="1436688"/>
            <a:ext cx="11020425" cy="4829175"/>
          </a:xfrm>
        </p:spPr>
        <p:txBody>
          <a:bodyPr/>
          <a:lstStyle>
            <a:lvl1pPr marL="0" indent="0">
              <a:buNone/>
              <a:defRPr sz="1100"/>
            </a:lvl1pPr>
            <a:lvl2pPr marL="228600" indent="0">
              <a:buNone/>
              <a:defRPr sz="1100"/>
            </a:lvl2pPr>
            <a:lvl3pPr marL="457200" indent="0">
              <a:buNone/>
              <a:defRPr sz="1100"/>
            </a:lvl3pPr>
            <a:lvl4pPr marL="661988" indent="0">
              <a:buNone/>
              <a:defRPr sz="1100"/>
            </a:lvl4pPr>
            <a:lvl5pPr marL="855663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427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905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log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43334FAC-11C2-4DB4-8249-171553FC7893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9C228-A98B-B784-A41C-3C84AE53BD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1447" y="2841633"/>
            <a:ext cx="4929105" cy="117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069136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Relationship Id="rId3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591790"/>
            <a:ext cx="11018520" cy="43088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4830706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B11974-843F-5942-BA9E-97ADE41C9A58}"/>
              </a:ext>
            </a:extLst>
          </p:cNvPr>
          <p:cNvSpPr txBox="1"/>
          <p:nvPr userDrawn="1"/>
        </p:nvSpPr>
        <p:spPr>
          <a:xfrm>
            <a:off x="196319" y="6553364"/>
            <a:ext cx="114454" cy="190581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algn="r">
              <a:defRPr/>
            </a:pPr>
            <a:fld id="{B50A2252-0B00-49D0-9A28-2F5CCECF09D1}" type="slidenum">
              <a:rPr lang="en-US" sz="700" kern="1200" cap="none" spc="10" baseline="0">
                <a:solidFill>
                  <a:schemeClr val="tx1"/>
                </a:solidFill>
                <a:latin typeface="Klavika Regular" panose="020B0604020202020204" pitchFamily="34" charset="0"/>
                <a:ea typeface="+mn-ea"/>
                <a:cs typeface="Klavika Regular" panose="020B0604020202020204" pitchFamily="34" charset="0"/>
              </a:rPr>
              <a:pPr algn="r">
                <a:defRPr/>
              </a:pPr>
              <a:t>‹#›</a:t>
            </a:fld>
            <a:endParaRPr lang="en-US" sz="700" kern="1200" cap="none" spc="10" baseline="0" dirty="0">
              <a:solidFill>
                <a:schemeClr val="tx1"/>
              </a:solidFill>
              <a:latin typeface="Klavika Regular" panose="020B0604020202020204" pitchFamily="34" charset="0"/>
              <a:ea typeface="+mn-ea"/>
              <a:cs typeface="Klavika Regular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37A066-5679-7640-9C08-54559BF7A6BC}"/>
              </a:ext>
            </a:extLst>
          </p:cNvPr>
          <p:cNvSpPr txBox="1"/>
          <p:nvPr userDrawn="1"/>
        </p:nvSpPr>
        <p:spPr>
          <a:xfrm>
            <a:off x="444516" y="6543252"/>
            <a:ext cx="26930" cy="198276"/>
          </a:xfrm>
          <a:prstGeom prst="rect">
            <a:avLst/>
          </a:prstGeom>
          <a:noFill/>
        </p:spPr>
        <p:txBody>
          <a:bodyPr wrap="none" lIns="0" tIns="41029" rIns="0" bIns="41029" rtlCol="0" anchor="ctr">
            <a:spAutoFit/>
          </a:bodyPr>
          <a:lstStyle/>
          <a:p>
            <a:pPr marL="0" marR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50" spc="10" dirty="0">
                <a:solidFill>
                  <a:schemeClr val="bg1"/>
                </a:solidFill>
                <a:cs typeface="Klavika Regular" panose="020B0604020202020204" pitchFamily="34" charset="0"/>
              </a:rPr>
              <a:t>|</a:t>
            </a:r>
          </a:p>
        </p:txBody>
      </p:sp>
      <p:sp>
        <p:nvSpPr>
          <p:cNvPr id="50" name="Rectangle 49" descr="{&quot;templafy&quot;:{&quot;binding&quot;:&quot;{{Form.Footer}}&quot;,&quot;type&quot;:&quot;text&quot;}}">
            <a:extLst>
              <a:ext uri="{FF2B5EF4-FFF2-40B4-BE49-F238E27FC236}">
                <a16:creationId xmlns:a16="http://schemas.microsoft.com/office/drawing/2014/main" id="{31FF5E37-9042-4844-B9BE-993B8146017C}"/>
              </a:ext>
            </a:extLst>
          </p:cNvPr>
          <p:cNvSpPr/>
          <p:nvPr userDrawn="1"/>
        </p:nvSpPr>
        <p:spPr bwMode="auto">
          <a:xfrm>
            <a:off x="603380" y="6567862"/>
            <a:ext cx="9000000" cy="161105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GB" sz="75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Klavika Regular" pitchFamily="34" charset="0"/>
              <a:cs typeface="Klavika Regular" pitchFamily="34" charset="0"/>
            </a:endParaRPr>
          </a:p>
        </p:txBody>
      </p:sp>
      <p:pic>
        <p:nvPicPr>
          <p:cNvPr id="54" name="Picture 5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07773B8-9BA9-711F-EB8B-F0AE5A2A58D1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10883348" y="6393708"/>
            <a:ext cx="1154036" cy="328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8CABBE-77ED-B4FA-CA8E-1CB651D0088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371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5884276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920" r:id="rId1"/>
    <p:sldLayoutId id="2147484926" r:id="rId2"/>
    <p:sldLayoutId id="2147484928" r:id="rId3"/>
    <p:sldLayoutId id="2147484710" r:id="rId4"/>
    <p:sldLayoutId id="2147484240" r:id="rId5"/>
    <p:sldLayoutId id="2147484736" r:id="rId6"/>
    <p:sldLayoutId id="2147484474" r:id="rId7"/>
    <p:sldLayoutId id="2147484639" r:id="rId8"/>
    <p:sldLayoutId id="2147484603" r:id="rId9"/>
    <p:sldLayoutId id="2147484919" r:id="rId10"/>
    <p:sldLayoutId id="2147484751" r:id="rId11"/>
    <p:sldLayoutId id="2147484914" r:id="rId12"/>
    <p:sldLayoutId id="2147484835" r:id="rId13"/>
    <p:sldLayoutId id="2147484929" r:id="rId14"/>
    <p:sldLayoutId id="2147484836" r:id="rId15"/>
    <p:sldLayoutId id="2147484837" r:id="rId16"/>
    <p:sldLayoutId id="2147484838" r:id="rId17"/>
    <p:sldLayoutId id="2147484923" r:id="rId18"/>
    <p:sldLayoutId id="2147484925" r:id="rId19"/>
    <p:sldLayoutId id="2147484839" r:id="rId20"/>
    <p:sldLayoutId id="2147484922" r:id="rId21"/>
    <p:sldLayoutId id="2147484783" r:id="rId22"/>
    <p:sldLayoutId id="2147484784" r:id="rId23"/>
    <p:sldLayoutId id="2147484787" r:id="rId24"/>
    <p:sldLayoutId id="2147484249" r:id="rId25"/>
    <p:sldLayoutId id="2147484927" r:id="rId26"/>
    <p:sldLayoutId id="2147484671" r:id="rId27"/>
    <p:sldLayoutId id="2147484585" r:id="rId28"/>
    <p:sldLayoutId id="2147484924" r:id="rId29"/>
    <p:sldLayoutId id="2147484299" r:id="rId30"/>
  </p:sldLayoutIdLst>
  <p:transition>
    <p:fade/>
  </p:transition>
  <p:hf hd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2800" b="1" kern="1200" cap="none" spc="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Klavika Regular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>
          <a:schemeClr val="accent1"/>
        </a:buClr>
        <a:buSzPct val="100000"/>
        <a:buFont typeface="Klavika Regular" panose="020B0604020202020204" pitchFamily="34" charset="0"/>
        <a:buChar char="•"/>
        <a:tabLst/>
        <a:defRPr sz="1800" kern="1200" spc="0" baseline="0">
          <a:solidFill>
            <a:schemeClr val="tx1"/>
          </a:solidFill>
          <a:latin typeface="+mn-lt"/>
          <a:ea typeface="+mn-ea"/>
          <a:cs typeface="Klavika Regular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Klavika Regular" panose="020B0604020202020204" pitchFamily="34" charset="0"/>
        <a:buChar char="•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Klavika Regular" panose="020B0604020202020204" pitchFamily="34" charset="0"/>
        <a:buChar char="•"/>
        <a:tabLst/>
        <a:defRPr sz="12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Klavika Regular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ts val="300"/>
        </a:spcBef>
        <a:spcAft>
          <a:spcPts val="0"/>
        </a:spcAft>
        <a:buClr>
          <a:schemeClr val="accent1"/>
        </a:buClr>
        <a:buSzPct val="100000"/>
        <a:buFont typeface="Klavika Regular" panose="020B0604020202020204" pitchFamily="34" charset="0"/>
        <a:buChar char="•"/>
        <a:tabLst/>
        <a:defRPr sz="11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Klavika Regular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Klavika Regular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Klavika Regular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Klavika Regular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 userDrawn="1">
          <p15:clr>
            <a:srgbClr val="C35EA4"/>
          </p15:clr>
        </p15:guide>
        <p15:guide id="17" pos="7313" userDrawn="1">
          <p15:clr>
            <a:srgbClr val="C35EA4"/>
          </p15:clr>
        </p15:guide>
        <p15:guide id="25" orient="horz" pos="369" userDrawn="1">
          <p15:clr>
            <a:srgbClr val="C35EA4"/>
          </p15:clr>
        </p15:guide>
        <p15:guide id="26" orient="horz" pos="3949" userDrawn="1">
          <p15:clr>
            <a:srgbClr val="C35EA4"/>
          </p15:clr>
        </p15:guide>
        <p15:guide id="27" orient="horz" pos="184" userDrawn="1">
          <p15:clr>
            <a:srgbClr val="A4A3A4"/>
          </p15:clr>
        </p15:guide>
        <p15:guide id="28" pos="185" userDrawn="1">
          <p15:clr>
            <a:srgbClr val="A4A3A4"/>
          </p15:clr>
        </p15:guide>
        <p15:guide id="29" orient="horz" pos="4135" userDrawn="1">
          <p15:clr>
            <a:srgbClr val="A4A3A4"/>
          </p15:clr>
        </p15:guide>
        <p15:guide id="30" pos="7495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Relationship Id="rId4" Type="http://schemas.openxmlformats.org/officeDocument/2006/relationships/image" Target="../media/image11.png"/><Relationship Id="rId5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Relationship Id="rId4" Type="http://schemas.openxmlformats.org/officeDocument/2006/relationships/image" Target="../media/image12.png"/><Relationship Id="rId5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jpg"/><Relationship Id="rId4" Type="http://schemas.openxmlformats.org/officeDocument/2006/relationships/image" Target="../media/image15.png"/><Relationship Id="rId5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 dirty="0">
                <a:solidFill>
                  <a:srgbClr val="FFFFFF"/>
                </a:solidFill>
                <a:latin typeface="Klavika Bold"/>
              </a:rPr>
              <a:t>AMD </a:t>
            </a:r>
            <a:r>
              <a:rPr sz="4000" b="0" dirty="0" err="1">
                <a:solidFill>
                  <a:srgbClr val="FFFFFF"/>
                </a:solidFill>
                <a:latin typeface="Klavika Bold"/>
              </a:rPr>
              <a:t>Unsloth</a:t>
            </a:r>
            <a:r>
              <a:rPr sz="4000" b="0" dirty="0">
                <a:solidFill>
                  <a:srgbClr val="FFFFFF"/>
                </a:solidFill>
                <a:latin typeface="Klavika Bold"/>
              </a:rPr>
              <a:t> GRPO Fine-tuning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350260" y="3875650"/>
            <a:ext cx="6244332" cy="246221"/>
          </a:xfrm>
        </p:spPr>
        <p:txBody>
          <a:bodyPr/>
          <a:lstStyle/>
          <a:p>
            <a:r>
              <a:rPr lang="en-US" sz="1600" b="0" dirty="0">
                <a:solidFill>
                  <a:srgbClr val="C6C8CC"/>
                </a:solidFill>
                <a:latin typeface="Klavika Medium"/>
              </a:rPr>
              <a:t>Eddie Zhou</a:t>
            </a:r>
            <a:endParaRPr sz="1600" b="0" dirty="0">
              <a:solidFill>
                <a:srgbClr val="C6C8CC"/>
              </a:solidFill>
              <a:latin typeface="Klavika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FFFFFF"/>
                </a:solidFill>
                <a:latin typeface="Klavika Bold"/>
              </a:rPr>
              <a:t>Notebook access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sz="2000" b="0" dirty="0">
                <a:solidFill>
                  <a:srgbClr val="C6C8CC"/>
                </a:solidFill>
                <a:latin typeface="Klavika Light"/>
              </a:rPr>
              <a:t>notebooks.amd.com/</a:t>
            </a:r>
            <a:r>
              <a:rPr sz="2000" b="0" dirty="0" err="1">
                <a:solidFill>
                  <a:srgbClr val="C6C8CC"/>
                </a:solidFill>
                <a:latin typeface="Klavika Light"/>
              </a:rPr>
              <a:t>ind</a:t>
            </a:r>
            <a:r>
              <a:rPr sz="2000" b="0" dirty="0">
                <a:solidFill>
                  <a:srgbClr val="C6C8CC"/>
                </a:solidFill>
                <a:latin typeface="Klavika Light"/>
              </a:rPr>
              <a:t>-dev</a:t>
            </a:r>
          </a:p>
          <a:p>
            <a:r>
              <a:rPr sz="2400" b="1" dirty="0">
                <a:solidFill>
                  <a:srgbClr val="FFFFFF"/>
                </a:solidFill>
                <a:latin typeface="Klavika Bold"/>
              </a:rPr>
              <a:t>Password:  </a:t>
            </a:r>
            <a:r>
              <a:rPr sz="2400" b="1" dirty="0" err="1">
                <a:solidFill>
                  <a:srgbClr val="FFFFFF"/>
                </a:solidFill>
                <a:latin typeface="Klavika Bold"/>
              </a:rPr>
              <a:t>RadeonUnslothTuning</a:t>
            </a:r>
            <a:endParaRPr sz="2400" b="1" dirty="0">
              <a:solidFill>
                <a:srgbClr val="FFFFFF"/>
              </a:solidFill>
              <a:latin typeface="Klavika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0">
                <a:solidFill>
                  <a:srgbClr val="FFFFFF"/>
                </a:solidFill>
                <a:latin typeface="Klavika Bold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160520" y="1298448"/>
            <a:ext cx="7443216" cy="676656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160520" y="1298448"/>
            <a:ext cx="64008" cy="676656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434840" y="1453895"/>
            <a:ext cx="502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F26522"/>
                </a:solidFill>
                <a:latin typeface="Klavika Bol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13990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Fine-tuning: what and when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682495"/>
            <a:ext cx="63093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6C8CC"/>
                </a:solidFill>
                <a:latin typeface="Klavika Regular"/>
              </a:rPr>
              <a:t>The problem it solves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2093976"/>
            <a:ext cx="7443216" cy="676656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60520" y="2093976"/>
            <a:ext cx="64008" cy="676656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2249424"/>
            <a:ext cx="502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7C97"/>
                </a:solidFill>
                <a:latin typeface="Klavika 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19456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Types of fine-tuning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478024"/>
            <a:ext cx="63093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6C8CC"/>
                </a:solidFill>
                <a:latin typeface="Klavika Regular"/>
              </a:rPr>
              <a:t>LoRA, QLoRA, SFT, GRPO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2889504"/>
            <a:ext cx="7443216" cy="676656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2889504"/>
            <a:ext cx="64008" cy="676656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3044952"/>
            <a:ext cx="502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ED1C24"/>
                </a:solidFill>
                <a:latin typeface="Klavika Bol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99008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The Unsloth advantage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273552"/>
            <a:ext cx="63093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6C8CC"/>
                </a:solidFill>
                <a:latin typeface="Klavika Regular"/>
              </a:rPr>
              <a:t>Faster and leaner on one GPU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685031"/>
            <a:ext cx="7443216" cy="676656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60520" y="3685031"/>
            <a:ext cx="64008" cy="676656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40" y="3840479"/>
            <a:ext cx="502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dirty="0">
                <a:solidFill>
                  <a:srgbClr val="F26522"/>
                </a:solidFill>
                <a:latin typeface="Klavika Bold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3785615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dirty="0">
                <a:solidFill>
                  <a:srgbClr val="FFFFFF"/>
                </a:solidFill>
                <a:latin typeface="Klavika Bold"/>
              </a:rPr>
              <a:t>A game of Sudoku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20" y="4069079"/>
            <a:ext cx="63093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6C8CC"/>
                </a:solidFill>
                <a:latin typeface="Klavika Regular"/>
              </a:rPr>
              <a:t>Our reward-driven task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60520" y="4480560"/>
            <a:ext cx="7443216" cy="676656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60520" y="4480560"/>
            <a:ext cx="64008" cy="676656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34840" y="4636008"/>
            <a:ext cx="502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007C97"/>
                </a:solidFill>
                <a:latin typeface="Klavika Bol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4581144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Radeon PRO W7900D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864608"/>
            <a:ext cx="63093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6C8CC"/>
                </a:solidFill>
                <a:latin typeface="Klavika Regular"/>
              </a:rPr>
              <a:t>rocm-smi and rocminfo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5276088"/>
            <a:ext cx="7443216" cy="676656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160520" y="5276088"/>
            <a:ext cx="64008" cy="676656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434840" y="5431536"/>
            <a:ext cx="502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ED1C24"/>
                </a:solidFill>
                <a:latin typeface="Klavika Bold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53766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Hands-on notebook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5660136"/>
            <a:ext cx="63093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6C8CC"/>
                </a:solidFill>
                <a:latin typeface="Klavika Regular"/>
              </a:rPr>
              <a:t>Run it yourself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FFFFFF"/>
                </a:solidFill>
                <a:latin typeface="Klavika Bold"/>
              </a:rPr>
              <a:t>Part 1: The Concepts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sz="1800" b="1" dirty="0">
                <a:solidFill>
                  <a:srgbClr val="C6C8CC"/>
                </a:solidFill>
                <a:latin typeface="Klavika Light"/>
              </a:rPr>
              <a:t>What a model is, what fine-tuning changes, and how GRPO learns from rewards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What is a Large Language Model?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98448"/>
            <a:ext cx="6766560" cy="10990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dirty="0">
                <a:solidFill>
                  <a:srgbClr val="D8DADE"/>
                </a:solidFill>
                <a:latin typeface="Klavika Regular"/>
              </a:rPr>
              <a:t>A neural network trained on a huge amount of text so it can predict </a:t>
            </a:r>
            <a:r>
              <a:rPr sz="1700" b="1" dirty="0">
                <a:solidFill>
                  <a:srgbClr val="FFFFFF"/>
                </a:solidFill>
                <a:latin typeface="Klavika Bold"/>
              </a:rPr>
              <a:t>the next token</a:t>
            </a:r>
            <a:r>
              <a:rPr sz="1700" b="0" dirty="0">
                <a:solidFill>
                  <a:srgbClr val="D8DADE"/>
                </a:solidFill>
                <a:latin typeface="Klavika Regular"/>
              </a:rPr>
              <a:t> given what came before.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600"/>
              </a:spcAft>
            </a:pPr>
            <a:r>
              <a:rPr lang="en-US" sz="1500" b="0" dirty="0">
                <a:solidFill>
                  <a:srgbClr val="C6C8CC"/>
                </a:solidFill>
                <a:latin typeface="Klavika Regular"/>
              </a:rPr>
              <a:t>This ability enables models to </a:t>
            </a:r>
            <a:r>
              <a:rPr sz="1500" b="0" dirty="0">
                <a:solidFill>
                  <a:srgbClr val="C6C8CC"/>
                </a:solidFill>
                <a:latin typeface="Klavika Regular"/>
              </a:rPr>
              <a:t>chat, summari</a:t>
            </a:r>
            <a:r>
              <a:rPr lang="en-US" sz="1500" b="0" dirty="0">
                <a:solidFill>
                  <a:srgbClr val="C6C8CC"/>
                </a:solidFill>
                <a:latin typeface="Klavika Regular"/>
              </a:rPr>
              <a:t>z</a:t>
            </a:r>
            <a:r>
              <a:rPr sz="1500" b="0" dirty="0">
                <a:solidFill>
                  <a:srgbClr val="C6C8CC"/>
                </a:solidFill>
                <a:latin typeface="Klavika Regular"/>
              </a:rPr>
              <a:t>e, write code and reason.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635240" y="1188720"/>
            <a:ext cx="3968496" cy="1691640"/>
          </a:xfrm>
          <a:prstGeom prst="rect">
            <a:avLst/>
          </a:prstGeom>
          <a:solidFill>
            <a:srgbClr val="101010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81544" y="1325880"/>
            <a:ext cx="100584" cy="100584"/>
          </a:xfrm>
          <a:prstGeom prst="ellipse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964423" y="1325880"/>
            <a:ext cx="100584" cy="100584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147304" y="1325880"/>
            <a:ext cx="100584" cy="100584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0" y="1316736"/>
            <a:ext cx="305409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C6C8CC"/>
                </a:solidFill>
                <a:latin typeface="Consolas"/>
              </a:rPr>
              <a:t>next-token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9831" y="1609344"/>
            <a:ext cx="3639312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dirty="0">
                <a:solidFill>
                  <a:srgbClr val="C6C8CC"/>
                </a:solidFill>
                <a:latin typeface="Consolas"/>
              </a:rPr>
              <a:t>prompt &gt;  The capital of France is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endParaRPr sz="1100" b="0" dirty="0">
              <a:solidFill>
                <a:srgbClr val="C6C8CC"/>
              </a:solidFill>
              <a:latin typeface="Consolas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dirty="0">
                <a:solidFill>
                  <a:srgbClr val="00A8CC"/>
                </a:solidFill>
                <a:latin typeface="Consolas"/>
              </a:rPr>
              <a:t>  Paris      0.94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dirty="0">
                <a:solidFill>
                  <a:srgbClr val="C6C8CC"/>
                </a:solidFill>
                <a:latin typeface="Consolas"/>
              </a:rPr>
              <a:t>  a city     0.03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dirty="0">
                <a:solidFill>
                  <a:srgbClr val="C6C8CC"/>
                </a:solidFill>
                <a:latin typeface="Consolas"/>
              </a:rPr>
              <a:t>  located    0.01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" y="3246120"/>
            <a:ext cx="3489960" cy="21031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216" y="3246120"/>
            <a:ext cx="348996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3575303"/>
            <a:ext cx="2977896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Klavika Bold"/>
              </a:rPr>
              <a:t>Base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032504"/>
            <a:ext cx="2977896" cy="737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dirty="0">
                <a:solidFill>
                  <a:srgbClr val="D8DADE"/>
                </a:solidFill>
                <a:latin typeface="Klavika Regular"/>
              </a:rPr>
              <a:t>Raw next-token predictors. Great starting point for training</a:t>
            </a:r>
            <a:r>
              <a:rPr lang="en-US" sz="1350" b="0" dirty="0">
                <a:solidFill>
                  <a:srgbClr val="D8DADE"/>
                </a:solidFill>
                <a:latin typeface="Klavika Regular"/>
              </a:rPr>
              <a:t> but</a:t>
            </a:r>
            <a:r>
              <a:rPr sz="1350" b="0" dirty="0">
                <a:solidFill>
                  <a:srgbClr val="D8DADE"/>
                </a:solidFill>
                <a:latin typeface="Klavika Regular"/>
              </a:rPr>
              <a:t> awkward to chat with.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9496" y="3246120"/>
            <a:ext cx="3489960" cy="21031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9496" y="3246120"/>
            <a:ext cx="3489960" cy="6400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05528" y="3575303"/>
            <a:ext cx="2977896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Klavika Bold"/>
              </a:rPr>
              <a:t>Instruct models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5528" y="4032504"/>
            <a:ext cx="2977896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dirty="0">
                <a:solidFill>
                  <a:srgbClr val="D8DADE"/>
                </a:solidFill>
                <a:latin typeface="Klavika Regular"/>
              </a:rPr>
              <a:t>Further trained to follow instructions and hold a conversation.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3776" y="3246120"/>
            <a:ext cx="3489960" cy="21031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13776" y="3246120"/>
            <a:ext cx="3489960" cy="6400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9808" y="3575303"/>
            <a:ext cx="2977896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Klavika Bold"/>
              </a:rPr>
              <a:t>Generalists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9808" y="4032504"/>
            <a:ext cx="2977896" cy="7375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dirty="0">
                <a:solidFill>
                  <a:srgbClr val="D8DADE"/>
                </a:solidFill>
                <a:latin typeface="Klavika Regular"/>
              </a:rPr>
              <a:t>Llama, Qwen, Mistral on Hugging Face know a bit of everythin</a:t>
            </a:r>
            <a:r>
              <a:rPr lang="en-US" sz="1350" b="0" dirty="0">
                <a:solidFill>
                  <a:srgbClr val="D8DADE"/>
                </a:solidFill>
                <a:latin typeface="Klavika Regular"/>
              </a:rPr>
              <a:t>g, but not something specific to you</a:t>
            </a:r>
            <a:r>
              <a:rPr sz="1350" b="0" dirty="0">
                <a:solidFill>
                  <a:srgbClr val="D8DADE"/>
                </a:solidFill>
                <a:latin typeface="Klavika Regular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What is fine-tuning? Why do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80160"/>
            <a:ext cx="11018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D8DADE"/>
                </a:solidFill>
                <a:latin typeface="Klavika Regular"/>
              </a:rPr>
              <a:t>Take a pre-trained model and keep training it a little more on </a:t>
            </a:r>
            <a:r>
              <a:rPr sz="1700" b="1">
                <a:solidFill>
                  <a:srgbClr val="F26522"/>
                </a:solidFill>
                <a:latin typeface="Klavika Bold"/>
              </a:rPr>
              <a:t>your</a:t>
            </a:r>
            <a:r>
              <a:rPr sz="1700" b="0">
                <a:solidFill>
                  <a:srgbClr val="D8DADE"/>
                </a:solidFill>
                <a:latin typeface="Klavika Regular"/>
              </a:rPr>
              <a:t> data, so it adapts to </a:t>
            </a:r>
            <a:r>
              <a:rPr sz="1700" b="1">
                <a:solidFill>
                  <a:srgbClr val="F26522"/>
                </a:solidFill>
                <a:latin typeface="Klavika Bold"/>
              </a:rPr>
              <a:t>your</a:t>
            </a:r>
            <a:r>
              <a:rPr sz="1700" b="0">
                <a:solidFill>
                  <a:srgbClr val="D8DADE"/>
                </a:solidFill>
                <a:latin typeface="Klavika Regular"/>
              </a:rPr>
              <a:t> task, domain, tone or format.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148840"/>
            <a:ext cx="2548890" cy="1847088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5216" y="2148840"/>
            <a:ext cx="254889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" y="2441448"/>
            <a:ext cx="384048" cy="38404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Klavika Bold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207340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Klavika Bold"/>
              </a:rPr>
              <a:t>Voice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82696"/>
            <a:ext cx="207340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dirty="0">
                <a:solidFill>
                  <a:srgbClr val="D8DADE"/>
                </a:solidFill>
                <a:latin typeface="Klavika Regular"/>
              </a:rPr>
              <a:t>Speak in a specific style or persona: your brand, your support agent.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08426" y="2148840"/>
            <a:ext cx="2548890" cy="1847088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08426" y="2148840"/>
            <a:ext cx="2548890" cy="6400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46170" y="2441448"/>
            <a:ext cx="384048" cy="384048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Klavika Bold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6170" y="2971800"/>
            <a:ext cx="207340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Klavika Bold"/>
              </a:rPr>
              <a:t>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6170" y="3282696"/>
            <a:ext cx="207340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dirty="0">
                <a:solidFill>
                  <a:srgbClr val="D8DADE"/>
                </a:solidFill>
                <a:latin typeface="Klavika Regular"/>
              </a:rPr>
              <a:t>Know legal, medical, or your own product documentation.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2148840"/>
            <a:ext cx="2548890" cy="1847088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31636" y="2148840"/>
            <a:ext cx="2548890" cy="6400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69379" y="2441448"/>
            <a:ext cx="384048" cy="384048"/>
          </a:xfrm>
          <a:prstGeom prst="ellipse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Klavika 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9379" y="2971800"/>
            <a:ext cx="207340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Klavika Bold"/>
              </a:rPr>
              <a:t>Format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79" y="3282696"/>
            <a:ext cx="2073402" cy="4352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dirty="0">
                <a:solidFill>
                  <a:srgbClr val="D8DADE"/>
                </a:solidFill>
                <a:latin typeface="Klavika Regular"/>
              </a:rPr>
              <a:t>Always return JSON. Always cite sources</a:t>
            </a:r>
            <a:r>
              <a:rPr lang="en-US" sz="1250" b="0" dirty="0">
                <a:solidFill>
                  <a:srgbClr val="D8DADE"/>
                </a:solidFill>
                <a:latin typeface="Klavika Regular"/>
              </a:rPr>
              <a:t>.</a:t>
            </a:r>
            <a:endParaRPr sz="1250" b="0" dirty="0">
              <a:solidFill>
                <a:srgbClr val="D8DADE"/>
              </a:solidFill>
              <a:latin typeface="Klavika Regular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054846" y="2148840"/>
            <a:ext cx="2548890" cy="1847088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054846" y="2148840"/>
            <a:ext cx="254889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292590" y="2441448"/>
            <a:ext cx="384048" cy="384048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>
                <a:solidFill>
                  <a:srgbClr val="FFFFFF"/>
                </a:solidFill>
                <a:latin typeface="Klavika 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2590" y="2971800"/>
            <a:ext cx="207340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Klavika Bold"/>
              </a:rPr>
              <a:t>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2590" y="3282696"/>
            <a:ext cx="207340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Do one narrow task well on a small, cheap model.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" y="4315968"/>
            <a:ext cx="11018520" cy="84124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5216" y="4315968"/>
            <a:ext cx="64008" cy="84124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7824" y="4462272"/>
            <a:ext cx="10378440" cy="5439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dirty="0">
                <a:solidFill>
                  <a:srgbClr val="FFFFFF"/>
                </a:solidFill>
                <a:latin typeface="Klavika Bold"/>
              </a:rPr>
              <a:t>Often cheaper and more reliable</a:t>
            </a:r>
            <a:r>
              <a:rPr sz="1450" b="0" dirty="0">
                <a:solidFill>
                  <a:srgbClr val="D8DADE"/>
                </a:solidFill>
                <a:latin typeface="Klavika Regular"/>
              </a:rPr>
              <a:t> than a very long prompt or a bigger model. </a:t>
            </a:r>
            <a:r>
              <a:rPr sz="1450" b="1" dirty="0">
                <a:solidFill>
                  <a:srgbClr val="00A8CC"/>
                </a:solidFill>
                <a:latin typeface="Klavika Bold"/>
              </a:rPr>
              <a:t>A small model can be enough.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LoRA and QLoRA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80160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dirty="0">
                <a:solidFill>
                  <a:srgbClr val="D8DADE"/>
                </a:solidFill>
                <a:latin typeface="Klavika Regular"/>
              </a:rPr>
              <a:t>Parameter-efficient fine-tuning: freeze the model, train a small adapter.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920240"/>
            <a:ext cx="5349240" cy="23317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5216" y="1920240"/>
            <a:ext cx="53492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1248" y="2212848"/>
            <a:ext cx="1051560" cy="274320"/>
          </a:xfrm>
          <a:prstGeom prst="round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2536" y="2249424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6C8CC"/>
                </a:solidFill>
                <a:latin typeface="Klavika Medium"/>
              </a:rPr>
              <a:t>Low-Rank Adaptation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697480"/>
            <a:ext cx="4837176" cy="828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F26522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Inject small low-rank matrices into chosen layers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F26522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Original weights stay frozen, only adapters </a:t>
            </a:r>
            <a:r>
              <a:rPr lang="en-US" sz="1350" dirty="0">
                <a:solidFill>
                  <a:srgbClr val="D8DADE"/>
                </a:solidFill>
                <a:latin typeface="Klavika Regular"/>
              </a:rPr>
              <a:t>are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train</a:t>
            </a:r>
            <a:r>
              <a:rPr lang="en-US" sz="1350" dirty="0">
                <a:solidFill>
                  <a:srgbClr val="D8DADE"/>
                </a:solidFill>
                <a:latin typeface="Klavika Regular"/>
              </a:rPr>
              <a:t>ed</a:t>
            </a:r>
            <a:endParaRPr sz="1350" dirty="0">
              <a:solidFill>
                <a:srgbClr val="D8DADE"/>
              </a:solidFill>
              <a:latin typeface="Klavika Regular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F26522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Trainable parameters drop by orders of magnitude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4496" y="1920240"/>
            <a:ext cx="5349240" cy="23317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54496" y="1920240"/>
            <a:ext cx="5349240" cy="6400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510528" y="2212848"/>
            <a:ext cx="1051560" cy="274320"/>
          </a:xfrm>
          <a:prstGeom prst="round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QLoRA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71816" y="2249424"/>
            <a:ext cx="3611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6C8CC"/>
                </a:solidFill>
                <a:latin typeface="Klavika Medium"/>
              </a:rPr>
              <a:t>Quantized Low-Rank Adaptation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697480"/>
            <a:ext cx="4837176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007C97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Everything </a:t>
            </a:r>
            <a:r>
              <a:rPr sz="1350" dirty="0" err="1">
                <a:solidFill>
                  <a:srgbClr val="D8DADE"/>
                </a:solidFill>
                <a:latin typeface="Klavika Regular"/>
              </a:rPr>
              <a:t>LoRA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 does, plus a 4-bit base model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007C97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Cuts VRAM again, so bigger models fit on one GPU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007C97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The usual answer to an out-of-memory error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" y="4572000"/>
            <a:ext cx="3489960" cy="118872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5216" y="4572000"/>
            <a:ext cx="64008" cy="118872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9536" y="4773168"/>
            <a:ext cx="29413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F26522"/>
                </a:solidFill>
                <a:latin typeface="Klavika Bold"/>
              </a:rPr>
              <a:t>1.16%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5321808"/>
            <a:ext cx="2941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of Gemma 4 E2B trained today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9496" y="4572000"/>
            <a:ext cx="3489960" cy="118872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49496" y="4572000"/>
            <a:ext cx="64008" cy="118872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23816" y="4773168"/>
            <a:ext cx="29413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007C97"/>
                </a:solidFill>
                <a:latin typeface="Klavika Bold"/>
              </a:rPr>
              <a:t>4-bit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3816" y="5321808"/>
            <a:ext cx="2941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base weights under QLoRA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13776" y="4572000"/>
            <a:ext cx="3489960" cy="118872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13776" y="4572000"/>
            <a:ext cx="64008" cy="118872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88096" y="4773168"/>
            <a:ext cx="294132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0">
                <a:solidFill>
                  <a:srgbClr val="ED1C24"/>
                </a:solidFill>
                <a:latin typeface="Klavika Bold"/>
              </a:rPr>
              <a:t>Comparable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8096" y="5321808"/>
            <a:ext cx="29413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dirty="0">
                <a:solidFill>
                  <a:srgbClr val="D8DADE"/>
                </a:solidFill>
                <a:latin typeface="Klavika Regular"/>
              </a:rPr>
              <a:t>quality to full fine-tuning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Training methodology: SFT and GRPO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80160"/>
            <a:ext cx="11018520" cy="2716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dirty="0">
                <a:solidFill>
                  <a:srgbClr val="D8DADE"/>
                </a:solidFill>
                <a:latin typeface="Klavika Regular"/>
              </a:rPr>
              <a:t>Two ways to tell a model it did well. </a:t>
            </a:r>
            <a:r>
              <a:rPr lang="en-US" sz="1600" b="0" dirty="0">
                <a:solidFill>
                  <a:srgbClr val="D8DADE"/>
                </a:solidFill>
                <a:latin typeface="Klavika Regular"/>
              </a:rPr>
              <a:t>SFT</a:t>
            </a:r>
            <a:r>
              <a:rPr lang="en-US" dirty="0"/>
              <a:t> </a:t>
            </a:r>
            <a:r>
              <a:rPr sz="1600" b="0" dirty="0">
                <a:solidFill>
                  <a:srgbClr val="D8DADE"/>
                </a:solidFill>
                <a:latin typeface="Klavika Regular"/>
              </a:rPr>
              <a:t>shows the answer,</a:t>
            </a:r>
            <a:r>
              <a:rPr lang="en-US" sz="1600" b="0" dirty="0">
                <a:solidFill>
                  <a:srgbClr val="D8DADE"/>
                </a:solidFill>
                <a:latin typeface="Klavika Regular"/>
              </a:rPr>
              <a:t> while GRPO </a:t>
            </a:r>
            <a:r>
              <a:rPr sz="1600" b="0" dirty="0">
                <a:solidFill>
                  <a:srgbClr val="D8DADE"/>
                </a:solidFill>
                <a:latin typeface="Klavika Regular"/>
              </a:rPr>
              <a:t>scores attempts.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874519"/>
            <a:ext cx="5349240" cy="32461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5216" y="1874519"/>
            <a:ext cx="534924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59536" y="2185415"/>
            <a:ext cx="777240" cy="274320"/>
          </a:xfrm>
          <a:prstGeom prst="round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SFT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5648" y="2221991"/>
            <a:ext cx="3886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Klavika Bold"/>
              </a:rPr>
              <a:t>Supervised Fine-Tuning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679191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F26522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Uses labelled data: prompt in, correct answer out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F26522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The model imitates the answers you supply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3630168"/>
            <a:ext cx="4800600" cy="1234440"/>
          </a:xfrm>
          <a:prstGeom prst="rect">
            <a:avLst/>
          </a:prstGeom>
          <a:solidFill>
            <a:srgbClr val="101010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7" y="3794759"/>
            <a:ext cx="4471416" cy="941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dirty="0">
                <a:solidFill>
                  <a:srgbClr val="C6C8CC"/>
                </a:solidFill>
                <a:latin typeface="Consolas"/>
              </a:rPr>
              <a:t>{"instruction": "Summarize in one line.",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dirty="0">
                <a:solidFill>
                  <a:srgbClr val="C6C8CC"/>
                </a:solidFill>
                <a:latin typeface="Consolas"/>
              </a:rPr>
              <a:t>  "input":  "&lt;article text&gt;",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dirty="0">
                <a:solidFill>
                  <a:srgbClr val="00A8CC"/>
                </a:solidFill>
                <a:latin typeface="Consolas"/>
              </a:rPr>
              <a:t>  "output": "&lt;summary&gt;"}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4496" y="1874519"/>
            <a:ext cx="5349240" cy="324612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54496" y="1874519"/>
            <a:ext cx="5349240" cy="6400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528816" y="2185415"/>
            <a:ext cx="960120" cy="274320"/>
          </a:xfrm>
          <a:prstGeom prst="round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GRPO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2221991"/>
            <a:ext cx="37033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Group Relative Policy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679191"/>
            <a:ext cx="4800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007C97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No labelled answer needed, only a way to score one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50" dirty="0">
                <a:solidFill>
                  <a:srgbClr val="007C97"/>
                </a:solidFill>
                <a:latin typeface="Klavika Regular"/>
              </a:rPr>
              <a:t>•  </a:t>
            </a:r>
            <a:r>
              <a:rPr sz="1350" dirty="0">
                <a:solidFill>
                  <a:srgbClr val="D8DADE"/>
                </a:solidFill>
                <a:latin typeface="Klavika Regular"/>
              </a:rPr>
              <a:t>Model generates a group of attempts and compares them</a:t>
            </a:r>
          </a:p>
        </p:txBody>
      </p:sp>
      <p:sp>
        <p:nvSpPr>
          <p:cNvPr id="16" name="Oval 15"/>
          <p:cNvSpPr/>
          <p:nvPr/>
        </p:nvSpPr>
        <p:spPr>
          <a:xfrm>
            <a:off x="6565392" y="3703320"/>
            <a:ext cx="274320" cy="274320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3721607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dirty="0">
                <a:solidFill>
                  <a:srgbClr val="FFFFFF"/>
                </a:solidFill>
                <a:latin typeface="Klavika Bold"/>
              </a:rPr>
              <a:t>Generate  </a:t>
            </a:r>
            <a:r>
              <a:rPr sz="1250" b="0" dirty="0">
                <a:solidFill>
                  <a:srgbClr val="D8DADE"/>
                </a:solidFill>
                <a:latin typeface="Klavika Regular"/>
              </a:rPr>
              <a:t>several candidate answers</a:t>
            </a:r>
          </a:p>
        </p:txBody>
      </p:sp>
      <p:sp>
        <p:nvSpPr>
          <p:cNvPr id="18" name="Oval 17"/>
          <p:cNvSpPr/>
          <p:nvPr/>
        </p:nvSpPr>
        <p:spPr>
          <a:xfrm>
            <a:off x="6565392" y="4087368"/>
            <a:ext cx="274320" cy="274320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67728" y="4105655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Klavika Bold"/>
              </a:rPr>
              <a:t>Score  </a:t>
            </a:r>
            <a:r>
              <a:rPr sz="1250" b="0">
                <a:solidFill>
                  <a:srgbClr val="D8DADE"/>
                </a:solidFill>
                <a:latin typeface="Klavika Regular"/>
              </a:rPr>
              <a:t>each with a reward function</a:t>
            </a:r>
          </a:p>
        </p:txBody>
      </p:sp>
      <p:sp>
        <p:nvSpPr>
          <p:cNvPr id="20" name="Oval 19"/>
          <p:cNvSpPr/>
          <p:nvPr/>
        </p:nvSpPr>
        <p:spPr>
          <a:xfrm>
            <a:off x="6565392" y="4471416"/>
            <a:ext cx="274320" cy="274320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Klavika 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7728" y="4489703"/>
            <a:ext cx="4343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FFFFF"/>
                </a:solidFill>
                <a:latin typeface="Klavika Bold"/>
              </a:rPr>
              <a:t>Prefer  </a:t>
            </a:r>
            <a:r>
              <a:rPr sz="1250" b="0">
                <a:solidFill>
                  <a:srgbClr val="D8DADE"/>
                </a:solidFill>
                <a:latin typeface="Klavika Regular"/>
              </a:rPr>
              <a:t>the ones that scored above the group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The fine-tuning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61872"/>
            <a:ext cx="11018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6C8CC"/>
                </a:solidFill>
                <a:latin typeface="Klavika Regular"/>
              </a:rPr>
              <a:t>The steps are the same for both. Only the data step changes.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2788920"/>
            <a:ext cx="2103120" cy="960120"/>
          </a:xfrm>
          <a:prstGeom prst="round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5216" y="2788920"/>
            <a:ext cx="54864" cy="96012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2953512"/>
            <a:ext cx="16916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Pick a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246120"/>
            <a:ext cx="1691639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Start small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98064" y="3200400"/>
            <a:ext cx="292608" cy="146304"/>
          </a:xfrm>
          <a:prstGeom prst="rightArrow">
            <a:avLst/>
          </a:prstGeom>
          <a:solidFill>
            <a:srgbClr val="7779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127248" y="1965960"/>
            <a:ext cx="2788920" cy="960120"/>
          </a:xfrm>
          <a:prstGeom prst="round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27248" y="1965960"/>
            <a:ext cx="54864" cy="96012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46704" y="2130552"/>
            <a:ext cx="23774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SFT: pick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6704" y="2423160"/>
            <a:ext cx="2377439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Hugging Face, public sets, or upload your 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27248" y="3611880"/>
            <a:ext cx="2788920" cy="960120"/>
          </a:xfrm>
          <a:prstGeom prst="round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27248" y="3611880"/>
            <a:ext cx="54864" cy="96012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46704" y="3776472"/>
            <a:ext cx="23774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GRPO: generate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4" y="4069080"/>
            <a:ext cx="2377439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Define the reward function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35040" y="3200400"/>
            <a:ext cx="292608" cy="146304"/>
          </a:xfrm>
          <a:prstGeom prst="rightArrow">
            <a:avLst/>
          </a:prstGeom>
          <a:solidFill>
            <a:srgbClr val="7779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92240" y="2788920"/>
            <a:ext cx="1828800" cy="960120"/>
          </a:xfrm>
          <a:prstGeom prst="round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92240" y="2788920"/>
            <a:ext cx="54864" cy="96012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11696" y="2953512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Choose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1696" y="3246120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LoRA or QLoRA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430768" y="3200400"/>
            <a:ext cx="292608" cy="146304"/>
          </a:xfrm>
          <a:prstGeom prst="rightArrow">
            <a:avLst/>
          </a:prstGeom>
          <a:solidFill>
            <a:srgbClr val="7779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732520" y="2788920"/>
            <a:ext cx="1207008" cy="960120"/>
          </a:xfrm>
          <a:prstGeom prst="round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732520" y="2788920"/>
            <a:ext cx="54864" cy="96012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51976" y="2953512"/>
            <a:ext cx="79552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Train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049256" y="3200400"/>
            <a:ext cx="292608" cy="146304"/>
          </a:xfrm>
          <a:prstGeom prst="rightArrow">
            <a:avLst/>
          </a:prstGeom>
          <a:solidFill>
            <a:srgbClr val="7779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341864" y="2788920"/>
            <a:ext cx="1261872" cy="960120"/>
          </a:xfrm>
          <a:prstGeom prst="round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341864" y="2788920"/>
            <a:ext cx="54864" cy="96012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61320" y="2953512"/>
            <a:ext cx="85039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Evaluate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" y="4892040"/>
            <a:ext cx="11018520" cy="100584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85216" y="4892040"/>
            <a:ext cx="64008" cy="100584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7824" y="5056631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Training knobs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5422392"/>
            <a:ext cx="246202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00A8CC"/>
                </a:solidFill>
                <a:latin typeface="Consolas"/>
              </a:rPr>
              <a:t>learning 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1014" y="5422392"/>
            <a:ext cx="246202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00A8CC"/>
                </a:solidFill>
                <a:latin typeface="Consolas"/>
              </a:rPr>
              <a:t>number of steps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5916" y="5422392"/>
            <a:ext cx="246202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00A8CC"/>
                </a:solidFill>
                <a:latin typeface="Consolas"/>
              </a:rPr>
              <a:t>time limit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0818" y="5422392"/>
            <a:ext cx="246202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00A8CC"/>
                </a:solidFill>
                <a:latin typeface="Consolas"/>
              </a:rPr>
              <a:t>max sequence length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Unsloth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61872"/>
            <a:ext cx="740664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D8DADE"/>
                </a:solidFill>
                <a:latin typeface="Klavika Regular"/>
              </a:rPr>
              <a:t>An open-source library for training, running and exporting LLMs </a:t>
            </a:r>
            <a:r>
              <a:rPr sz="1600" b="1">
                <a:solidFill>
                  <a:srgbClr val="FFFFFF"/>
                </a:solidFill>
                <a:latin typeface="Klavika Bold"/>
              </a:rPr>
              <a:t>locally</a:t>
            </a:r>
            <a:r>
              <a:rPr sz="1600" b="0">
                <a:solidFill>
                  <a:srgbClr val="D8DADE"/>
                </a:solidFill>
                <a:latin typeface="Klavika Regular"/>
              </a:rPr>
              <a:t>, with less memory and in less time.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600"/>
              </a:spcAft>
            </a:pPr>
            <a:r>
              <a:rPr sz="1400" b="0">
                <a:solidFill>
                  <a:srgbClr val="C6C8CC"/>
                </a:solidFill>
                <a:latin typeface="Klavika Regular"/>
              </a:rPr>
              <a:t>It builds on Hugging Face Transformers and TRL, so code you already have still works.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788920"/>
            <a:ext cx="2548890" cy="169164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5216" y="2788920"/>
            <a:ext cx="254889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172968"/>
            <a:ext cx="207340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Klavika Bold"/>
              </a:rPr>
              <a:t>LoRA and QLoRA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13048"/>
            <a:ext cx="2073402" cy="2140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50" dirty="0">
                <a:solidFill>
                  <a:srgbClr val="D8DADE"/>
                </a:solidFill>
                <a:latin typeface="Klavika Regular"/>
              </a:rPr>
              <a:t>bu</a:t>
            </a:r>
            <a:r>
              <a:rPr sz="1250" b="0" dirty="0">
                <a:solidFill>
                  <a:srgbClr val="D8DADE"/>
                </a:solidFill>
                <a:latin typeface="Klavika Regular"/>
              </a:rPr>
              <a:t>ilt</a:t>
            </a:r>
            <a:r>
              <a:rPr lang="en-US" sz="1250" b="0" dirty="0">
                <a:solidFill>
                  <a:srgbClr val="D8DADE"/>
                </a:solidFill>
                <a:latin typeface="Klavika Regular"/>
              </a:rPr>
              <a:t>-</a:t>
            </a:r>
            <a:r>
              <a:rPr sz="1250" b="0" dirty="0">
                <a:solidFill>
                  <a:srgbClr val="D8DADE"/>
                </a:solidFill>
                <a:latin typeface="Klavika Regular"/>
              </a:rPr>
              <a:t>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8426" y="2788920"/>
            <a:ext cx="2548890" cy="169164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08426" y="2788920"/>
            <a:ext cx="2548890" cy="6400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46170" y="3172968"/>
            <a:ext cx="207340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Klavika Bold"/>
              </a:rPr>
              <a:t>Quantization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6170" y="3813048"/>
            <a:ext cx="207340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4-bit and 8-bit paths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788920"/>
            <a:ext cx="2548890" cy="169164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2788920"/>
            <a:ext cx="2548890" cy="6400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69379" y="3172968"/>
            <a:ext cx="207340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Klavika Bold"/>
              </a:rPr>
              <a:t>Optimized kernels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9379" y="3813048"/>
            <a:ext cx="207340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faster attention and MLP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4846" y="2788920"/>
            <a:ext cx="2548890" cy="1691640"/>
          </a:xfrm>
          <a:prstGeom prst="rect">
            <a:avLst/>
          </a:prstGeom>
          <a:solidFill>
            <a:srgbClr val="1C1C1C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054846" y="2788920"/>
            <a:ext cx="2548890" cy="6400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92590" y="3172968"/>
            <a:ext cx="207340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>
                <a:solidFill>
                  <a:srgbClr val="FFFFFF"/>
                </a:solidFill>
                <a:latin typeface="Klavika Bold"/>
              </a:rPr>
              <a:t>Consumer hardware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2590" y="3813048"/>
            <a:ext cx="207340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D8DADE"/>
                </a:solidFill>
                <a:latin typeface="Klavika Regular"/>
              </a:rPr>
              <a:t>one GPU is enough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" y="4754880"/>
            <a:ext cx="11018520" cy="100584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5216" y="4754880"/>
            <a:ext cx="64008" cy="100584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4937760"/>
            <a:ext cx="103784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dirty="0">
                <a:solidFill>
                  <a:srgbClr val="FFFFFF"/>
                </a:solidFill>
                <a:latin typeface="Klavika Bold"/>
              </a:rPr>
              <a:t>In this workshop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dirty="0" err="1">
                <a:solidFill>
                  <a:srgbClr val="D8DADE"/>
                </a:solidFill>
                <a:latin typeface="Klavika Regular"/>
              </a:rPr>
              <a:t>Unsloth</a:t>
            </a:r>
            <a:r>
              <a:rPr sz="1400" b="0" dirty="0">
                <a:solidFill>
                  <a:srgbClr val="D8DADE"/>
                </a:solidFill>
                <a:latin typeface="Klavika Regular"/>
              </a:rPr>
              <a:t> fits fifteen GRPO steps into about 12½ minutes on one Radeon PRO W7900D.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0">
                <a:solidFill>
                  <a:srgbClr val="FFFFFF"/>
                </a:solidFill>
                <a:latin typeface="Klavika Bold"/>
              </a:rPr>
              <a:t>Part 2: Hands-On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sz="1800" b="0">
                <a:solidFill>
                  <a:srgbClr val="C6C8CC"/>
                </a:solidFill>
                <a:latin typeface="Klavika Light"/>
              </a:rPr>
              <a:t>A game of Sudoku, a Radeon PRO W7900D, and a notebook you drive yourself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A game of Sudoku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325880"/>
            <a:ext cx="60350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dirty="0">
                <a:solidFill>
                  <a:srgbClr val="D8DADE"/>
                </a:solidFill>
                <a:latin typeface="Klavika Regular"/>
              </a:rPr>
              <a:t>Sudoku means </a:t>
            </a:r>
            <a:r>
              <a:rPr sz="1700" b="1" dirty="0">
                <a:solidFill>
                  <a:srgbClr val="FFFFFF"/>
                </a:solidFill>
                <a:latin typeface="Klavika Bold"/>
              </a:rPr>
              <a:t>“single number”</a:t>
            </a:r>
            <a:r>
              <a:rPr sz="1700" b="0" dirty="0">
                <a:solidFill>
                  <a:srgbClr val="D8DADE"/>
                </a:solidFill>
                <a:latin typeface="Klavika Regular"/>
              </a:rPr>
              <a:t> in Japanese.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  <a:spcAft>
                <a:spcPts val="600"/>
              </a:spcAft>
            </a:pPr>
            <a:r>
              <a:rPr sz="1500" b="0" dirty="0">
                <a:solidFill>
                  <a:srgbClr val="D8DADE"/>
                </a:solidFill>
                <a:latin typeface="Klavika Regular"/>
              </a:rPr>
              <a:t>A logic puzzle: place digits 1 to 9 so every row, every column and every 3x3 box contains each digit exactly once.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2926080"/>
            <a:ext cx="6035040" cy="86868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5216" y="2926080"/>
            <a:ext cx="64008" cy="86868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3072384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F26522"/>
                </a:solidFill>
                <a:latin typeface="Klavika Bold"/>
              </a:rPr>
              <a:t>Verifiable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336499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dirty="0">
                <a:solidFill>
                  <a:srgbClr val="D8DADE"/>
                </a:solidFill>
                <a:latin typeface="Klavika Regular"/>
              </a:rPr>
              <a:t>A move is legal or it isn't. No human judge needed.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3931920"/>
            <a:ext cx="6035040" cy="86868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5216" y="3931920"/>
            <a:ext cx="64008" cy="86868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4078224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007C97"/>
                </a:solidFill>
                <a:latin typeface="Klavika Bold"/>
              </a:rPr>
              <a:t>Partial credit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37083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dirty="0">
                <a:solidFill>
                  <a:srgbClr val="D8DADE"/>
                </a:solidFill>
                <a:latin typeface="Klavika Regular"/>
              </a:rPr>
              <a:t>Points for code that runs, for each legal move, and most for a solve.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4937760"/>
            <a:ext cx="6035040" cy="86868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5216" y="4937760"/>
            <a:ext cx="64008" cy="86868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5084064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>
                <a:solidFill>
                  <a:srgbClr val="ED1C24"/>
                </a:solidFill>
                <a:latin typeface="Klavika Bold"/>
              </a:rPr>
              <a:t>Hard to cheat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537667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dirty="0">
                <a:solidFill>
                  <a:srgbClr val="D8DADE"/>
                </a:solidFill>
                <a:latin typeface="Klavika Regular"/>
              </a:rPr>
              <a:t>Imports are blocked and every run has a time limit.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1280160"/>
            <a:ext cx="3697968" cy="39502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1371600"/>
            <a:ext cx="3515088" cy="37673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98079" y="5349240"/>
            <a:ext cx="410565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The model writes a strategy function. The notebook plays it and scores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AMD Unsloth fine-tuning workshop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417320"/>
            <a:ext cx="4892040" cy="102412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5216" y="1417320"/>
            <a:ext cx="64008" cy="102412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8" y="1709928"/>
            <a:ext cx="420624" cy="420624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Klavika Bol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6464" y="1618488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Open the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6464" y="1965960"/>
            <a:ext cx="393192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dirty="0">
                <a:solidFill>
                  <a:srgbClr val="00A8CC"/>
                </a:solidFill>
                <a:latin typeface="Consolas"/>
              </a:rPr>
              <a:t>notebooks.amd.com/</a:t>
            </a:r>
            <a:r>
              <a:rPr sz="2000" b="1" dirty="0" err="1">
                <a:solidFill>
                  <a:srgbClr val="00A8CC"/>
                </a:solidFill>
                <a:latin typeface="Consolas"/>
              </a:rPr>
              <a:t>ind</a:t>
            </a:r>
            <a:r>
              <a:rPr sz="2000" b="1" dirty="0">
                <a:solidFill>
                  <a:srgbClr val="00A8CC"/>
                </a:solidFill>
                <a:latin typeface="Consolas"/>
              </a:rPr>
              <a:t>-dev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2587752"/>
            <a:ext cx="4892040" cy="102412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5216" y="2587752"/>
            <a:ext cx="64008" cy="102412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41248" y="2880360"/>
            <a:ext cx="420624" cy="420624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Klavika 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26464" y="278892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Enter the password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3758184"/>
            <a:ext cx="4892040" cy="102412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5216" y="3758184"/>
            <a:ext cx="64008" cy="102412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1248" y="4050792"/>
            <a:ext cx="420624" cy="420624"/>
          </a:xfrm>
          <a:prstGeom prst="ellipse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Klavika Bold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3959352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Klavika Bold"/>
              </a:rPr>
              <a:t>Pick the Unsloth 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4306824"/>
            <a:ext cx="39319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Lands you on a Radeon PRO W7900D with 48 GB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97880" y="1325880"/>
            <a:ext cx="5797296" cy="40154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image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1417320"/>
            <a:ext cx="5614416" cy="3832564"/>
          </a:xfrm>
          <a:prstGeom prst="rect">
            <a:avLst/>
          </a:prstGeom>
        </p:spPr>
      </p:pic>
      <p:sp>
        <p:nvSpPr>
          <p:cNvPr id="24" name="TextBox password"/>
          <p:cNvSpPr txBox="1"/>
          <p:nvPr/>
        </p:nvSpPr>
        <p:spPr>
          <a:xfrm>
            <a:off x="1426464" y="3136392"/>
            <a:ext cx="393192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dirty="0">
                <a:solidFill>
                  <a:srgbClr val="00A8CC"/>
                </a:solidFill>
                <a:latin typeface="Consolas"/>
              </a:rPr>
              <a:t>RadeonUnslothTuning</a:t>
            </a:r>
            <a:r>
              <a:rPr sz="2000" b="1" dirty="0" err="1">
                <a:solidFill>
                  <a:srgbClr val="00A8CC"/>
                </a:solidFill>
                <a:latin typeface="Consolas"/>
              </a:rPr>
              <a:t/>
            </a:r>
            <a:r>
              <a:rPr sz="2000" b="1" dirty="0">
                <a:solidFill>
                  <a:srgbClr val="00A8CC"/>
                </a:solidFill>
                <a:latin typeface="Consolas"/>
              </a:rPr>
              <a:t/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GPU visibility and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43584"/>
            <a:ext cx="1101852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dirty="0">
                <a:solidFill>
                  <a:srgbClr val="D8DADE"/>
                </a:solidFill>
                <a:latin typeface="Klavika Regular"/>
              </a:rPr>
              <a:t>Before you train, open a terminal in Jupyter and check that the GPU is </a:t>
            </a:r>
            <a:r>
              <a:rPr lang="en-US" sz="1500" b="0" dirty="0">
                <a:solidFill>
                  <a:srgbClr val="D8DADE"/>
                </a:solidFill>
                <a:latin typeface="Klavika Regular"/>
              </a:rPr>
              <a:t>visible</a:t>
            </a:r>
            <a:r>
              <a:rPr sz="1500" b="0" dirty="0">
                <a:solidFill>
                  <a:srgbClr val="D8DADE"/>
                </a:solidFill>
                <a:latin typeface="Klavika Regular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737360"/>
            <a:ext cx="3246120" cy="1188720"/>
          </a:xfrm>
          <a:prstGeom prst="rect">
            <a:avLst/>
          </a:prstGeom>
          <a:solidFill>
            <a:srgbClr val="101010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31520" y="1874519"/>
            <a:ext cx="100584" cy="100584"/>
          </a:xfrm>
          <a:prstGeom prst="ellipse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" y="1874519"/>
            <a:ext cx="100584" cy="100584"/>
          </a:xfrm>
          <a:prstGeom prst="ellipse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0" y="1874519"/>
            <a:ext cx="100584" cy="100584"/>
          </a:xfrm>
          <a:prstGeom prst="ellipse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62456" y="1865376"/>
            <a:ext cx="233172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C6C8CC"/>
                </a:solidFill>
                <a:latin typeface="Consolas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157984"/>
            <a:ext cx="291693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dirty="0">
                <a:solidFill>
                  <a:srgbClr val="00A8CC"/>
                </a:solidFill>
                <a:latin typeface="Consolas"/>
              </a:rPr>
              <a:t>$ </a:t>
            </a:r>
            <a:r>
              <a:rPr sz="1400" b="0" dirty="0" err="1">
                <a:solidFill>
                  <a:srgbClr val="00A8CC"/>
                </a:solidFill>
                <a:latin typeface="Consolas"/>
              </a:rPr>
              <a:t>rocm-smi</a:t>
            </a:r>
            <a:endParaRPr sz="1400" b="0" dirty="0">
              <a:solidFill>
                <a:srgbClr val="00A8CC"/>
              </a:solidFill>
              <a:latin typeface="Consolas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dirty="0">
                <a:solidFill>
                  <a:srgbClr val="00A8CC"/>
                </a:solidFill>
                <a:latin typeface="Consolas"/>
              </a:rPr>
              <a:t>$ </a:t>
            </a:r>
            <a:r>
              <a:rPr sz="1400" b="0" dirty="0" err="1">
                <a:solidFill>
                  <a:srgbClr val="00A8CC"/>
                </a:solidFill>
                <a:latin typeface="Consolas"/>
              </a:rPr>
              <a:t>rocminfo</a:t>
            </a:r>
            <a:endParaRPr sz="1400" b="0" dirty="0">
              <a:solidFill>
                <a:srgbClr val="00A8CC"/>
              </a:solidFill>
              <a:latin typeface="Consola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85216" y="3127248"/>
            <a:ext cx="3246120" cy="804672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216" y="3127248"/>
            <a:ext cx="64008" cy="804672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3255264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26522"/>
                </a:solidFill>
                <a:latin typeface="Consolas"/>
              </a:rPr>
              <a:t>rocm-smi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529584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dirty="0">
                <a:solidFill>
                  <a:srgbClr val="D8DADE"/>
                </a:solidFill>
                <a:latin typeface="Klavika Regular"/>
              </a:rPr>
              <a:t>Live view: temperature, power, clocks, VRAM use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" y="4059935"/>
            <a:ext cx="3246120" cy="804672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5216" y="4059935"/>
            <a:ext cx="64008" cy="804672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4187951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007C97"/>
                </a:solidFill>
                <a:latin typeface="Consolas"/>
              </a:rPr>
              <a:t>rocminfo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462272"/>
            <a:ext cx="274320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D8DADE"/>
                </a:solidFill>
                <a:latin typeface="Klavika Regular"/>
              </a:rPr>
              <a:t>Static view: agents, ROCm version, GPU identity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" y="5047488"/>
            <a:ext cx="3246120" cy="73152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5216" y="5047488"/>
            <a:ext cx="64008" cy="73152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" y="5175504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8DADE"/>
                </a:solidFill>
                <a:latin typeface="Klavika Regular"/>
              </a:rPr>
              <a:t>GPU% stuck at 0 while a cell runs? It is not training.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69080" y="1508760"/>
            <a:ext cx="7626096" cy="264322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1600200"/>
            <a:ext cx="7443216" cy="2460347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069080" y="4187952"/>
            <a:ext cx="2786282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0520" y="4279392"/>
            <a:ext cx="2603402" cy="16459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086600" y="4370832"/>
            <a:ext cx="4517136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rocminfo lists the CPU as an agent too. The Radeon PRO W7900D is the agent named gfx1100.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Driving the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43584"/>
            <a:ext cx="11018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8DADE"/>
                </a:solidFill>
                <a:latin typeface="Klavika Regular"/>
              </a:rPr>
              <a:t>Run cells top to bottom. Loading the model and the first generation are the slow parts.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85216" y="1737360"/>
            <a:ext cx="4754880" cy="91440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5216" y="1737360"/>
            <a:ext cx="64008" cy="91440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9536" y="1865376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Watch the marker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157984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00A8CC"/>
                </a:solidFill>
                <a:latin typeface="Consolas"/>
              </a:rPr>
              <a:t>In [*]</a:t>
            </a:r>
            <a:r>
              <a:rPr sz="1200" b="0">
                <a:solidFill>
                  <a:srgbClr val="D8DADE"/>
                </a:solidFill>
                <a:latin typeface="Klavika Regular"/>
              </a:rPr>
              <a:t> means still running, </a:t>
            </a:r>
            <a:r>
              <a:rPr sz="1200" b="0">
                <a:solidFill>
                  <a:srgbClr val="00A8CC"/>
                </a:solidFill>
                <a:latin typeface="Consolas"/>
              </a:rPr>
              <a:t>In [7]</a:t>
            </a:r>
            <a:r>
              <a:rPr sz="1200" b="0">
                <a:solidFill>
                  <a:srgbClr val="D8DADE"/>
                </a:solidFill>
                <a:latin typeface="Klavika Regular"/>
              </a:rPr>
              <a:t> means done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2779776"/>
            <a:ext cx="4754880" cy="91440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5216" y="2779776"/>
            <a:ext cx="64008" cy="91440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907792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Do not skip ahead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00400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8DADE"/>
                </a:solidFill>
                <a:latin typeface="Klavika Regular"/>
              </a:rPr>
              <a:t>Later cells depend on variables the earlier ones define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" y="3822191"/>
            <a:ext cx="4754880" cy="91440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5216" y="3822191"/>
            <a:ext cx="64008" cy="91440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9536" y="3950207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Keep an eye on the GPU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4242816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8DADE"/>
                </a:solidFill>
                <a:latin typeface="Klavika Regular"/>
              </a:rPr>
              <a:t>Second terminal tab running </a:t>
            </a:r>
            <a:r>
              <a:rPr sz="1200" b="0">
                <a:solidFill>
                  <a:srgbClr val="00A8CC"/>
                </a:solidFill>
                <a:latin typeface="Consolas"/>
              </a:rPr>
              <a:t>rocm-smi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" y="4864608"/>
            <a:ext cx="4754880" cy="91440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5216" y="4864608"/>
            <a:ext cx="64008" cy="914400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9536" y="4992624"/>
            <a:ext cx="41148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Cold start is normal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285232"/>
            <a:ext cx="42062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D8DADE"/>
                </a:solidFill>
                <a:latin typeface="Klavika Regular"/>
              </a:rPr>
              <a:t>The warmup cell takes the first-generation cost before training starts.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1600200"/>
            <a:ext cx="6025896" cy="43941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691640"/>
            <a:ext cx="5843016" cy="42112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Fine-tuning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1243584"/>
            <a:ext cx="11018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D8DADE"/>
                </a:solidFill>
                <a:latin typeface="Klavika Regular"/>
              </a:rPr>
              <a:t>Fifteen GRPO steps on the portal's Radeon PRO W7900D took about 12½ minutes.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5216" y="1719072"/>
            <a:ext cx="1417320" cy="310896"/>
          </a:xfrm>
          <a:prstGeom prst="round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050">
                <a:solidFill>
                  <a:srgbClr val="FFFFFF"/>
                </a:solidFill>
                <a:latin typeface="Klavika Bold"/>
              </a:rPr>
              <a:t>DEMO: 15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" y="2121408"/>
            <a:ext cx="6172200" cy="32080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2212848"/>
            <a:ext cx="5989320" cy="30252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5216" y="5504688"/>
            <a:ext cx="5989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Legal moves, out of 40, for each strategy the model wrote (two per step)</a:t>
            </a:r>
          </a:p>
        </p:txBody>
      </p:sp>
      <p:sp>
        <p:nvSpPr>
          <p:cNvPr id="9" name="Rectangle 8"/>
          <p:cNvSpPr/>
          <p:nvPr/>
        </p:nvSpPr>
        <p:spPr>
          <a:xfrm>
            <a:off x="6812280" y="2121408"/>
            <a:ext cx="4882896" cy="164438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9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0" y="2212848"/>
            <a:ext cx="4700016" cy="14615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03720" y="3840480"/>
            <a:ext cx="4700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C6C8CC"/>
                </a:solidFill>
                <a:latin typeface="Klavika Regular"/>
              </a:rPr>
              <a:t>The step 13 strategy replayed on a new puzzle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2280" y="4315968"/>
            <a:ext cx="4791456" cy="1463040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12280" y="4315968"/>
            <a:ext cx="64008" cy="1463040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86600" y="4498848"/>
            <a:ext cx="4297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What to look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4818888"/>
            <a:ext cx="4297680" cy="8412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>
                <a:solidFill>
                  <a:srgbClr val="00A8CC"/>
                </a:solidFill>
                <a:latin typeface="Klavika Regular"/>
              </a:rPr>
              <a:t>•  </a:t>
            </a:r>
            <a:r>
              <a:rPr sz="1200">
                <a:solidFill>
                  <a:srgbClr val="D8DADE"/>
                </a:solidFill>
                <a:latin typeface="Klavika Regular"/>
              </a:rPr>
              <a:t>Most strategies make 27 to 36 legal moves, then guess wrong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200">
                <a:solidFill>
                  <a:srgbClr val="00A8CC"/>
                </a:solidFill>
                <a:latin typeface="Klavika Regular"/>
              </a:rPr>
              <a:t>•  </a:t>
            </a:r>
            <a:r>
              <a:rPr sz="1200">
                <a:solidFill>
                  <a:srgbClr val="D8DADE"/>
                </a:solidFill>
                <a:latin typeface="Klavika Regular"/>
              </a:rPr>
              <a:t>It never backtracks, so a solve is partly luck. Longer runs do better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" y="1060704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6C8CC"/>
                </a:solidFill>
                <a:latin typeface="Klavika Bold"/>
              </a:rPr>
              <a:t>SYMPTOM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65776" y="1060704"/>
            <a:ext cx="36576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C6C8CC"/>
                </a:solidFill>
                <a:latin typeface="Klavika Bold"/>
              </a:rPr>
              <a:t>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353312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5216" y="1353312"/>
            <a:ext cx="64008" cy="65836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554480"/>
            <a:ext cx="39776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First generation is slow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65776" y="1554480"/>
            <a:ext cx="6263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Kernels compile on first use. Run the warmup cell; later calls are faster.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85216" y="2157984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85216" y="2157984"/>
            <a:ext cx="64008" cy="65836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359152"/>
            <a:ext cx="39776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Reward stays 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65776" y="2359152"/>
            <a:ext cx="6263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The model isn't returning a Python code block. Re-run the prompt cell unchanged.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2962656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5216" y="2962656"/>
            <a:ext cx="64008" cy="65836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3163824"/>
            <a:ext cx="39776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Out of memory during training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65776" y="3163824"/>
            <a:ext cx="6263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Lower max_seq_length or lora_rank. num_generations is already at its minimum of 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" y="3767328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5216" y="3767328"/>
            <a:ext cx="64008" cy="658368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3968496"/>
            <a:ext cx="39776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Training loss stays near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3968496"/>
            <a:ext cx="6263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Normal for GRPO. Watch the reward column instead.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5216" y="4572000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5216" y="4572000"/>
            <a:ext cx="64008" cy="658368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" y="4773168"/>
            <a:ext cx="39776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Cell never completes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65776" y="4773168"/>
            <a:ext cx="6263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Run rocm-smi. If GPU% stays at 0, restart the kernel and run from the top.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" y="5376672"/>
            <a:ext cx="11018520" cy="658368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5216" y="5376672"/>
            <a:ext cx="64008" cy="65836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9536" y="5577840"/>
            <a:ext cx="3977639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Klavika Bold"/>
              </a:rPr>
              <a:t>What to try next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5776" y="5577840"/>
            <a:ext cx="6263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D8DADE"/>
                </a:solidFill>
                <a:latin typeface="Klavika Regular"/>
              </a:rPr>
              <a:t>Raise max_steps, or resume from outputs/checkpoint-15 as the notebook shows.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0">
                <a:solidFill>
                  <a:srgbClr val="FFFFFF"/>
                </a:solidFill>
                <a:latin typeface="Klavika Bold"/>
              </a:rPr>
              <a:t>Learn more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85216" y="1417320"/>
            <a:ext cx="11018520" cy="694944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85216" y="1417320"/>
            <a:ext cx="64008" cy="694944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59536" y="163677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Unsloth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31335" y="1636776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0A8CC"/>
                </a:solidFill>
                <a:latin typeface="Consolas"/>
              </a:rPr>
              <a:t>github.com/unslothai/unsloth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0456" y="164592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The framework itself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2258568"/>
            <a:ext cx="11018520" cy="694944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5216" y="2258568"/>
            <a:ext cx="64008" cy="694944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478024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Unsloth docs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31335" y="2478024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0A8CC"/>
                </a:solidFill>
                <a:latin typeface="Consolas"/>
              </a:rPr>
              <a:t>docs.unsloth.ai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0456" y="248716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Guides, notebooks, supported models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" y="3099816"/>
            <a:ext cx="11018520" cy="694944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5216" y="3099816"/>
            <a:ext cx="64008" cy="69494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" y="331927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LoRA paper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31335" y="3319272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0A8CC"/>
                </a:solidFill>
                <a:latin typeface="Consolas"/>
              </a:rPr>
              <a:t>arxiv.org/abs/2106.09685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3328416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Low-Rank Adaptation, Hu et 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" y="3941064"/>
            <a:ext cx="11018520" cy="694944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5216" y="3941064"/>
            <a:ext cx="64008" cy="694944"/>
          </a:xfrm>
          <a:prstGeom prst="rect">
            <a:avLst/>
          </a:prstGeom>
          <a:solidFill>
            <a:srgbClr val="F26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416052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Gemma 4 E2B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1335" y="4160520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0A8CC"/>
                </a:solidFill>
                <a:latin typeface="Consolas"/>
              </a:rPr>
              <a:t>huggingface.co/unsloth/gemma-4-E2B-it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4169664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The model used today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" y="4782312"/>
            <a:ext cx="11018520" cy="694944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85216" y="4782312"/>
            <a:ext cx="64008" cy="694944"/>
          </a:xfrm>
          <a:prstGeom prst="rect">
            <a:avLst/>
          </a:prstGeom>
          <a:solidFill>
            <a:srgbClr val="007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9536" y="5001768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GRPO / DeepSeekMath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31335" y="5001768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0A8CC"/>
                </a:solidFill>
                <a:latin typeface="Consolas"/>
              </a:rPr>
              <a:t>arxiv.org/abs/2402.03300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0456" y="501091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Where GRPO is introduced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" y="5623560"/>
            <a:ext cx="11018520" cy="694944"/>
          </a:xfrm>
          <a:prstGeom prst="rect">
            <a:avLst/>
          </a:prstGeom>
          <a:solidFill>
            <a:srgbClr val="15151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85216" y="5623560"/>
            <a:ext cx="64008" cy="694944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59536" y="5843016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Klavika Bold"/>
              </a:rPr>
              <a:t>Workshop notebook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31335" y="5843016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0A8CC"/>
                </a:solidFill>
                <a:latin typeface="Consolas"/>
              </a:rPr>
              <a:t>notebooks.amd.com/ind-dev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456" y="585216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C6C8CC"/>
                </a:solidFill>
                <a:latin typeface="Klavika Regular"/>
              </a:rPr>
              <a:t>Password: RadeonUnslothTuning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AMD Corporate Template_Dark">
  <a:themeElements>
    <a:clrScheme name="AMD Corporate">
      <a:dk1>
        <a:srgbClr val="000000"/>
      </a:dk1>
      <a:lt1>
        <a:srgbClr val="FFFFFF"/>
      </a:lt1>
      <a:dk2>
        <a:srgbClr val="5E5E5E"/>
      </a:dk2>
      <a:lt2>
        <a:srgbClr val="9D9FA2"/>
      </a:lt2>
      <a:accent1>
        <a:srgbClr val="636466"/>
      </a:accent1>
      <a:accent2>
        <a:srgbClr val="9D9FA2"/>
      </a:accent2>
      <a:accent3>
        <a:srgbClr val="EAEAEA"/>
      </a:accent3>
      <a:accent4>
        <a:srgbClr val="F26522"/>
      </a:accent4>
      <a:accent5>
        <a:srgbClr val="ED1C24"/>
      </a:accent5>
      <a:accent6>
        <a:srgbClr val="007C97"/>
      </a:accent6>
      <a:hlink>
        <a:srgbClr val="D5D5D5"/>
      </a:hlink>
      <a:folHlink>
        <a:srgbClr val="A9A9A9"/>
      </a:folHlink>
    </a:clrScheme>
    <a:fontScheme name="Arial">
      <a:majorFont>
        <a:latin typeface="Klavika Bold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Klavika Regular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solidFill>
            <a:schemeClr val="accent2"/>
          </a:solidFill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18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buClr>
            <a:schemeClr val="accent1"/>
          </a:buClr>
          <a:buSzPct val="60000"/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16x9 Presentation - Corporate Black Background.pptx" id="{EB850784-AF90-4435-997D-B71DAC8406C3}" vid="{37C37173-7515-49DE-99BC-ABA7A3D2FA0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Klavika 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Klavika Regula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Klavika Bol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Klavika Regula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6.xml"/></Relationships>
</file>

<file path=customXml/_rels/item2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7.xml"/></Relationships>
</file>

<file path=customXml/_rels/item2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8.xml"/></Relationships>
</file>

<file path=customXml/_rels/item2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9.xml"/></Relationships>
</file>

<file path=customXml/_rels/item3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0.xml"/></Relationships>
</file>

<file path=customXml/_rels/item3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3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3.xml"/></Relationships>
</file>

<file path=customXml/_rels/item3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4.xml"/></Relationships>
</file>

<file path=customXml/_rels/item3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5.xml"/></Relationships>
</file>

<file path=customXml/_rels/item3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6.xml"/></Relationships>
</file>

<file path=customXml/_rels/item3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7.xml"/></Relationships>
</file>

<file path=customXml/_rels/item3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8.xml"/></Relationships>
</file>

<file path=customXml/_rels/item3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9.xml"/></Relationships>
</file>

<file path=customXml/_rels/item4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0.xml"/></Relationships>
</file>

<file path=customXml/_rels/item4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1.xml"/></Relationships>
</file>

<file path=customXml/_rels/item4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2.xml"/></Relationships>
</file>

<file path=customXml/_rels/item4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3.xml"/></Relationships>
</file>

<file path=customXml/_rels/item4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4.xml"/></Relationships>
</file>

<file path=customXml/_rels/item4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5.xml"/></Relationships>
</file>

<file path=customXml/_rels/item4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6.xml"/></Relationships>
</file>

<file path=customXml/_rels/item4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7.xml"/></Relationships>
</file>

<file path=customXml/_rels/item4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4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9.xml"/></Relationships>
</file>

<file path=customXml/_rels/item5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0.xml"/></Relationships>
</file>

<file path=customXml/_rels/item5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1.xml"/></Relationships>
</file>

<file path=customXml/_rels/item5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2.xml"/></Relationships>
</file>

<file path=customXml/_rels/item5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3.xml"/></Relationships>
</file>

<file path=customXml/_rels/item5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4.xml"/></Relationships>
</file>

<file path=customXml/_rels/item55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5.xml"/></Relationships>
</file>

<file path=customXml/_rels/item56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6.xml"/></Relationships>
</file>

<file path=customXml/_rels/item57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7.xml"/></Relationships>
</file>

<file path=customXml/_rels/item58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8.xml"/></Relationships>
</file>

<file path=customXml/_rels/item59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59.xml"/></Relationships>
</file>

<file path=customXml/_rels/item60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0.xml"/></Relationships>
</file>

<file path=customXml/_rels/item6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61.xml"/></Relationships>
</file>

<file path=customXml/item1.xml><?xml version="1.0" encoding="utf-8"?>
<TemplafySlideTemplateConfiguration><![CDATA[{"slideVersion":1,"isValidatorEnabled":false,"isLocked":false,"elementsMetadata":[],"slideId":"637629098780820470","enableDocumentContentUpdater":true,"version":"2.0"}]]></TemplafySlideTemplateConfiguration>
</file>

<file path=customXml/item2.xml><?xml version="1.0" encoding="utf-8"?>
<TemplafySlideFormConfiguration><![CDATA[{"formFields":[],"formDataEntries":[]}]]></TemplafySlideForm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ServiceKeyPoints xmlns="e4aa919a-b200-49cb-beca-4c7e0810321e" xsi:nil="true"/>
  </documentManagement>
</p:properties>
</file>

<file path=customXml/item7.xml><?xml version="1.0" encoding="utf-8"?>
<TemplafySlideFormConfiguration><![CDATA[{"formFields":[],"formDataEntries":[]}]]></TemplafySlideFormConfiguration>
</file>

<file path=customXml/item8.xml><?xml version="1.0" encoding="utf-8"?>
<TemplafySlideTemplateConfiguration><![CDATA[{"slideVersion":1,"isValidatorEnabled":false,"isLocked":false,"elementsMetadata":[],"slideId":"637629098780931945","enableDocumentContentUpdater":true,"version":"2.0"}]]></TemplafySlideTemplateConfiguration>
</file>

<file path=customXml/item9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8A2EBC6E34694C80F43E94FCA993B5" ma:contentTypeVersion="14" ma:contentTypeDescription="Create a new document." ma:contentTypeScope="" ma:versionID="1a7ced39ac191f9ec8deffde533b0c1c">
  <xsd:schema xmlns:xsd="http://www.w3.org/2001/XMLSchema" xmlns:xs="http://www.w3.org/2001/XMLSchema" xmlns:p="http://schemas.microsoft.com/office/2006/metadata/properties" xmlns:ns1="http://schemas.microsoft.com/sharepoint/v3" xmlns:ns2="e4aa919a-b200-49cb-beca-4c7e0810321e" xmlns:ns3="06670dda-0291-4061-b6e0-f6c0cb392c51" targetNamespace="http://schemas.microsoft.com/office/2006/metadata/properties" ma:root="true" ma:fieldsID="bedea8c8816a4e5934c808becd103583" ns1:_="" ns2:_="" ns3:_="">
    <xsd:import namespace="http://schemas.microsoft.com/sharepoint/v3"/>
    <xsd:import namespace="e4aa919a-b200-49cb-beca-4c7e0810321e"/>
    <xsd:import namespace="06670dda-0291-4061-b6e0-f6c0cb392c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aa919a-b200-49cb-beca-4c7e081032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670dda-0291-4061-b6e0-f6c0cb392c5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0.xml><?xml version="1.0" encoding="utf-8"?>
<TemplafySlideTemplateConfiguration><![CDATA[{"slideVersion":1,"isValidatorEnabled":false,"isLocked":false,"elementsMetadata":[],"slideId":"637629098780818133","enableDocumentContentUpdater":true,"version":"2.0"}]]></TemplafySlideTemplateConfiguration>
</file>

<file path=customXml/item11.xml><?xml version="1.0" encoding="utf-8"?>
<TemplafySlideFormConfiguration><![CDATA[{"formFields":[],"formDataEntries":[]}]]></TemplafySlideFormConfiguration>
</file>

<file path=customXml/item12.xml><?xml version="1.0" encoding="utf-8"?>
<TemplafySlideTemplateConfiguration><![CDATA[{"slideVersion":1,"isValidatorEnabled":false,"isLocked":false,"elementsMetadata":[],"slideId":"637629098780864969","enableDocumentContentUpdater":true,"version":"2.0"}]]></TemplafySlideTemplateConfiguration>
</file>

<file path=customXml/item13.xml><?xml version="1.0" encoding="utf-8"?>
<TemplafySlideFormConfiguration><![CDATA[{"formFields":[],"formDataEntries":[]}]]></TemplafySlideFormConfiguration>
</file>

<file path=customXml/item14.xml><?xml version="1.0" encoding="utf-8"?>
<TemplafySlideTemplateConfiguration><![CDATA[{"slideVersion":1,"isValidatorEnabled":false,"isLocked":false,"elementsMetadata":[],"slideId":"637629098780940360","enableDocumentContentUpdater":true,"version":"2.0"}]]></TemplafySlideTemplateConfiguration>
</file>

<file path=customXml/item15.xml><?xml version="1.0" encoding="utf-8"?>
<TemplafySlideTemplateConfiguration><![CDATA[{"slideVersion":1,"isValidatorEnabled":false,"isLocked":false,"elementsMetadata":[],"slideId":"637629098780944294","enableDocumentContentUpdater":true,"version":"2.0"}]]></TemplafySlideTemplateConfiguration>
</file>

<file path=customXml/item16.xml><?xml version="1.0" encoding="utf-8"?>
<TemplafySlideFormConfiguration><![CDATA[{"formFields":[],"formDataEntries":[]}]]></TemplafySlideFormConfiguration>
</file>

<file path=customXml/item17.xml><?xml version="1.0" encoding="utf-8"?>
<TemplafySlideTemplateConfiguration><![CDATA[{"slideVersion":1,"isValidatorEnabled":false,"isLocked":false,"elementsMetadata":[],"slideId":"637629098780863185","enableDocumentContentUpdater":true,"version":"2.0"}]]></TemplafySlideTemplateConfiguration>
</file>

<file path=customXml/item18.xml><?xml version="1.0" encoding="utf-8"?>
<TemplafySlideFormConfiguration><![CDATA[{"formFields":[],"formDataEntries":[]}]]></TemplafySlideFormConfiguration>
</file>

<file path=customXml/item19.xml><?xml version="1.0" encoding="utf-8"?>
<TemplafySlideTemplateConfiguration><![CDATA[{"slideVersion":1,"isValidatorEnabled":false,"isLocked":false,"elementsMetadata":[],"slideId":"637629098780938070","enableDocumentContentUpdater":true,"version":"2.0"}]]></TemplafySlideTemplateConfiguration>
</file>

<file path=customXml/item20.xml><?xml version="1.0" encoding="utf-8"?>
<TemplafySlideTemplateConfiguration><![CDATA[{"slideVersion":1,"isValidatorEnabled":false,"isLocked":false,"elementsMetadata":[],"slideId":"637629098780812520","enableDocumentContentUpdater":true,"version":"2.0"}]]></TemplafySlideTemplateConfiguration>
</file>

<file path=customXml/item21.xml><?xml version="1.0" encoding="utf-8"?>
<TemplafySlideFormConfiguration><![CDATA[{"formFields":[],"formDataEntries":[]}]]></TemplafySlideFormConfiguration>
</file>

<file path=customXml/item22.xml><?xml version="1.0" encoding="utf-8"?>
<TemplafySlideFormConfiguration><![CDATA[{"formFields":[],"formDataEntries":[]}]]></TemplafySlideFormConfiguration>
</file>

<file path=customXml/item23.xml><?xml version="1.0" encoding="utf-8"?>
<TemplafyTemplateConfiguration><![CDATA[{"elementsMetadata":[],"transformationConfigurations":[{"colorTheme":"{{DataSources.ColorThemes[\"Corporate\"].ColorTheme}}","disableUpdates":false,"type":"colorTheme"}],"enableDocumentContentUpdater":true,"version":"2.0"}]]></TemplafyTemplateConfiguration>
</file>

<file path=customXml/item24.xml><?xml version="1.0" encoding="utf-8"?>
<TemplafySlideTemplateConfiguration><![CDATA[{"slideVersion":1,"isValidatorEnabled":false,"isLocked":false,"elementsMetadata":[],"slideId":"637629098780855834","enableDocumentContentUpdater":true,"version":"2.0"}]]></TemplafySlideTemplateConfiguration>
</file>

<file path=customXml/item25.xml><?xml version="1.0" encoding="utf-8"?>
<TemplafySlideTemplateConfiguration><![CDATA[{"slideVersion":1,"isValidatorEnabled":false,"isLocked":false,"elementsMetadata":[],"slideId":"637629098780868991","enableDocumentContentUpdater":true,"version":"2.0"}]]></TemplafySlideTemplateConfiguration>
</file>

<file path=customXml/item26.xml><?xml version="1.0" encoding="utf-8"?>
<TemplafySlideTemplateConfiguration><![CDATA[{"slideVersion":1,"isValidatorEnabled":false,"isLocked":false,"elementsMetadata":[],"slideId":"637629098780898812","enableDocumentContentUpdater":true,"version":"2.0"}]]></TemplafySlideTemplateConfiguration>
</file>

<file path=customXml/item27.xml><?xml version="1.0" encoding="utf-8"?>
<TemplafySlideTemplateConfiguration><![CDATA[{"slideVersion":1,"isValidatorEnabled":false,"isLocked":false,"elementsMetadata":[],"slideId":"637629098780805369","enableDocumentContentUpdater":true,"version":"2.0"}]]></TemplafySlideTemplateConfiguration>
</file>

<file path=customXml/item28.xml><?xml version="1.0" encoding="utf-8"?>
<TemplafySlideFormConfiguration><![CDATA[{"formFields":[],"formDataEntries":[]}]]></TemplafySlideFormConfiguration>
</file>

<file path=customXml/item29.xml><?xml version="1.0" encoding="utf-8"?>
<TemplafySlideFormConfiguration><![CDATA[{"formFields":[],"formDataEntries":[]}]]></TemplafySlideFormConfiguration>
</file>

<file path=customXml/item30.xml><?xml version="1.0" encoding="utf-8"?>
<TemplafySlideFormConfiguration><![CDATA[{"formFields":[],"formDataEntries":[]}]]></TemplafySlideFormConfiguration>
</file>

<file path=customXml/item31.xml><?xml version="1.0" encoding="utf-8"?>
<TemplafySlideFormConfiguration><![CDATA[{"formFields":[],"formDataEntries":[]}]]></TemplafySlideFormConfiguration>
</file>

<file path=customXml/item32.xml><?xml version="1.0" encoding="utf-8"?>
<TemplafySlideTemplateConfiguration><![CDATA[{"slideVersion":1,"isValidatorEnabled":false,"isLocked":false,"elementsMetadata":[],"slideId":"637629098780935963","enableDocumentContentUpdater":true,"version":"2.0"}]]></TemplafySlideTemplateConfiguration>
</file>

<file path=customXml/item33.xml><?xml version="1.0" encoding="utf-8"?>
<TemplafySlideTemplateConfiguration><![CDATA[{"slideVersion":1,"isValidatorEnabled":false,"isLocked":false,"elementsMetadata":[],"slideId":"637629098780929168","enableDocumentContentUpdater":true,"version":"2.0"}]]></TemplafySlideTemplateConfiguration>
</file>

<file path=customXml/item34.xml><?xml version="1.0" encoding="utf-8"?>
<TemplafySlideTemplateConfiguration><![CDATA[{"slideVersion":1,"isValidatorEnabled":false,"isLocked":false,"elementsMetadata":[],"slideId":"637629098780942318","enableDocumentContentUpdater":true,"version":"2.0"}]]></TemplafySlideTemplateConfiguration>
</file>

<file path=customXml/item35.xml><?xml version="1.0" encoding="utf-8"?>
<TemplafySlideFormConfiguration><![CDATA[{"formFields":[],"formDataEntries":[]}]]></TemplafySlideFormConfiguration>
</file>

<file path=customXml/item36.xml><?xml version="1.0" encoding="utf-8"?>
<TemplafySlideTemplateConfiguration><![CDATA[{"slideVersion":1,"isValidatorEnabled":false,"isLocked":false,"elementsMetadata":[],"slideId":"637629098780891892","enableDocumentContentUpdater":true,"version":"2.0"}]]></TemplafySlideTemplateConfiguration>
</file>

<file path=customXml/item37.xml><?xml version="1.0" encoding="utf-8"?>
<TemplafySlideFormConfiguration><![CDATA[{"formFields":[],"formDataEntries":[]}]]></TemplafySlideFormConfiguration>
</file>

<file path=customXml/item38.xml><?xml version="1.0" encoding="utf-8"?>
<TemplafySlideTemplateConfiguration><![CDATA[{"slideVersion":1,"isValidatorEnabled":false,"isLocked":false,"elementsMetadata":[],"slideId":"637629098780858672","enableDocumentContentUpdater":true,"version":"2.0"}]]></TemplafySlideTemplateConfiguration>
</file>

<file path=customXml/item39.xml><?xml version="1.0" encoding="utf-8"?>
<TemplafySlideTemplateConfiguration><![CDATA[{"slideVersion":1,"isValidatorEnabled":false,"isLocked":false,"elementsMetadata":[],"slideId":"637629098780933985","enableDocumentContentUpdater":true,"version":"2.0"}]]></TemplafySlideTemplateConfiguration>
</file>

<file path=customXml/item40.xml><?xml version="1.0" encoding="utf-8"?>
<TemplafySlideFormConfiguration><![CDATA[{"formFields":[],"formDataEntries":[]}]]></TemplafySlideFormConfiguration>
</file>

<file path=customXml/item41.xml><?xml version="1.0" encoding="utf-8"?>
<TemplafySlideFormConfiguration><![CDATA[{"formFields":[],"formDataEntries":[]}]]></TemplafySlideFormConfiguration>
</file>

<file path=customXml/item42.xml><?xml version="1.0" encoding="utf-8"?>
<TemplafySlideTemplateConfiguration><![CDATA[{"slideVersion":1,"isValidatorEnabled":false,"isLocked":false,"elementsMetadata":[],"slideId":"637629098780938389","enableDocumentContentUpdater":true,"version":"2.0"}]]></TemplafySlideTemplateConfiguration>
</file>

<file path=customXml/item43.xml><?xml version="1.0" encoding="utf-8"?>
<TemplafySlideTemplateConfiguration><![CDATA[{"slideVersion":1,"isValidatorEnabled":false,"isLocked":false,"elementsMetadata":[],"slideId":"637629098780861368","enableDocumentContentUpdater":true,"version":"2.0"}]]></TemplafySlideTemplateConfiguration>
</file>

<file path=customXml/item44.xml><?xml version="1.0" encoding="utf-8"?>
<TemplafySlideFormConfiguration><![CDATA[{"formFields":[],"formDataEntries":[]}]]></TemplafySlideFormConfiguration>
</file>

<file path=customXml/item45.xml><?xml version="1.0" encoding="utf-8"?>
<TemplafySlideTemplateConfiguration><![CDATA[{"slideVersion":1,"isValidatorEnabled":false,"isLocked":false,"elementsMetadata":[],"slideId":"637629098780874432","enableDocumentContentUpdater":true,"version":"2.0"}]]></TemplafySlideTemplateConfiguration>
</file>

<file path=customXml/item46.xml><?xml version="1.0" encoding="utf-8"?>
<TemplafySlideFormConfiguration><![CDATA[{"formFields":[],"formDataEntries":[]}]]></TemplafySlideFormConfiguration>
</file>

<file path=customXml/item47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8.xml><?xml version="1.0" encoding="utf-8"?>
<TemplafyFormConfiguration><![CDATA[{"formFields":[{"required":false,"placeholder":"Title | Date | Security Setting","lines":1,"shareValue":false,"type":"textBox","name":"Footer","label":"Enter footer description","fullyQualifiedName":"Footer"}],"formDataEntries":[]}]]></TemplafyFormConfiguration>
</file>

<file path=customXml/item49.xml><?xml version="1.0" encoding="utf-8"?>
<TemplafySlideFormConfiguration><![CDATA[{"formFields":[],"formDataEntries":[]}]]></TemplafySlideFormConfiguration>
</file>

<file path=customXml/item50.xml><?xml version="1.0" encoding="utf-8"?>
<TemplafySlideTemplateConfiguration><![CDATA[{"slideVersion":1,"isValidatorEnabled":false,"isLocked":false,"elementsMetadata":[],"slideId":"637629098780808397","enableDocumentContentUpdater":true,"version":"2.0"}]]></TemplafySlideTemplateConfiguration>
</file>

<file path=customXml/item51.xml><?xml version="1.0" encoding="utf-8"?>
<TemplafySlideFormConfiguration><![CDATA[{"formFields":[],"formDataEntries":[]}]]></TemplafySlideFormConfiguration>
</file>

<file path=customXml/item52.xml><?xml version="1.0" encoding="utf-8"?>
<TemplafySlideTemplateConfiguration><![CDATA[{"slideVersion":1,"isValidatorEnabled":false,"isLocked":false,"elementsMetadata":[],"slideId":"637629098780810453","enableDocumentContentUpdater":true,"version":"2.0"}]]></TemplafySlideTemplateConfiguration>
</file>

<file path=customXml/item53.xml><?xml version="1.0" encoding="utf-8"?>
<TemplafySlideTemplateConfiguration><![CDATA[{"slideVersion":1,"isValidatorEnabled":false,"isLocked":false,"elementsMetadata":[],"slideId":"637629098780819298","enableDocumentContentUpdater":true,"version":"2.0"}]]></TemplafySlideTemplateConfiguration>
</file>

<file path=customXml/item54.xml><?xml version="1.0" encoding="utf-8"?>
<TemplafySlideFormConfiguration><![CDATA[{"formFields":[],"formDataEntries":[]}]]></TemplafySlideFormConfiguration>
</file>

<file path=customXml/item55.xml><?xml version="1.0" encoding="utf-8"?>
<TemplafySlideFormConfiguration><![CDATA[{"formFields":[],"formDataEntries":[]}]]></TemplafySlideFormConfiguration>
</file>

<file path=customXml/item56.xml><?xml version="1.0" encoding="utf-8"?>
<TemplafySlideTemplateConfiguration><![CDATA[{"slideVersion":1,"isValidatorEnabled":false,"isLocked":false,"elementsMetadata":[],"slideId":"637629098780815282","enableDocumentContentUpdater":true,"version":"2.0"}]]></TemplafySlideTemplateConfiguration>
</file>

<file path=customXml/item57.xml><?xml version="1.0" encoding="utf-8"?>
<TemplafySlideTemplateConfiguration><![CDATA[{"slideVersion":1,"isValidatorEnabled":false,"isLocked":false,"elementsMetadata":[],"slideId":"637629098780882757","enableDocumentContentUpdater":true,"version":"2.0"}]]></TemplafySlideTemplateConfiguration>
</file>

<file path=customXml/item58.xml><?xml version="1.0" encoding="utf-8"?>
<TemplafySlideFormConfiguration><![CDATA[{"formFields":[],"formDataEntries":[]}]]></TemplafySlideFormConfiguration>
</file>

<file path=customXml/item59.xml><?xml version="1.0" encoding="utf-8"?>
<TemplafySlideTemplateConfiguration><![CDATA[{"slideVersion":1,"isValidatorEnabled":false,"isLocked":false,"elementsMetadata":[],"slideId":"637629098780802172","enableDocumentContentUpdater":true,"version":"2.0"}]]></TemplafySlideTemplateConfiguration>
</file>

<file path=customXml/item60.xml><?xml version="1.0" encoding="utf-8"?>
<TemplafySlideFormConfiguration><![CDATA[{"formFields":[],"formDataEntries":[]}]]></TemplafySlideFormConfiguration>
</file>

<file path=customXml/item61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00BD3ED4-8ED9-4359-B43B-2C197BC490D9}">
  <ds:schemaRefs/>
</ds:datastoreItem>
</file>

<file path=customXml/itemProps2.xml><?xml version="1.0" encoding="utf-8"?>
<ds:datastoreItem xmlns:ds="http://schemas.openxmlformats.org/officeDocument/2006/customXml" ds:itemID="{08BA5A9A-BB8B-4F8E-93CD-455474EF7276}">
  <ds:schemaRefs/>
</ds:datastoreItem>
</file>

<file path=customXml/itemProps3.xml><?xml version="1.0" encoding="utf-8"?>
<ds:datastoreItem xmlns:ds="http://schemas.openxmlformats.org/officeDocument/2006/customXml" ds:itemID="{0A230136-8CEC-4C29-A55A-F5FA83CA887A}">
  <ds:schemaRefs/>
</ds:datastoreItem>
</file>

<file path=customXml/itemProps4.xml><?xml version="1.0" encoding="utf-8"?>
<ds:datastoreItem xmlns:ds="http://schemas.openxmlformats.org/officeDocument/2006/customXml" ds:itemID="{33C2836D-CD36-48F0-AE3F-D27BFE792AB7}">
  <ds:schemaRefs/>
</ds:datastoreItem>
</file>

<file path=customXml/itemProps5.xml><?xml version="1.0" encoding="utf-8"?>
<ds:datastoreItem xmlns:ds="http://schemas.openxmlformats.org/officeDocument/2006/customXml" ds:itemID="{988BE19C-289C-4D51-AC33-2691C170DBEA}">
  <ds:schemaRefs/>
</ds:datastoreItem>
</file>

<file path=customXml/itemProps6.xml><?xml version="1.0" encoding="utf-8"?>
<ds:datastoreItem xmlns:ds="http://schemas.openxmlformats.org/officeDocument/2006/customXml" ds:itemID="{F990F116-B58F-4255-B05B-DA3808E0E5C6}">
  <ds:schemaRefs>
    <ds:schemaRef ds:uri="http://schemas.openxmlformats.org/package/2006/metadata/core-properties"/>
    <ds:schemaRef ds:uri="http://purl.org/dc/elements/1.1/"/>
    <ds:schemaRef ds:uri="http://purl.org/dc/dcmitype/"/>
    <ds:schemaRef ds:uri="http://www.w3.org/XML/1998/namespace"/>
    <ds:schemaRef ds:uri="http://purl.org/dc/terms/"/>
    <ds:schemaRef ds:uri="e4aa919a-b200-49cb-beca-4c7e0810321e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06670dda-0291-4061-b6e0-f6c0cb392c51"/>
    <ds:schemaRef ds:uri="http://schemas.microsoft.com/sharepoint/v3"/>
  </ds:schemaRefs>
</ds:datastoreItem>
</file>

<file path=customXml/itemProps7.xml><?xml version="1.0" encoding="utf-8"?>
<ds:datastoreItem xmlns:ds="http://schemas.openxmlformats.org/officeDocument/2006/customXml" ds:itemID="{C5DD1971-334A-45E9-9D2B-FB6BD8AAE58A}">
  <ds:schemaRefs/>
</ds:datastoreItem>
</file>

<file path=customXml/itemProps8.xml><?xml version="1.0" encoding="utf-8"?>
<ds:datastoreItem xmlns:ds="http://schemas.openxmlformats.org/officeDocument/2006/customXml" ds:itemID="{CAFED163-E143-4EEB-A735-81C1226AD9B4}">
  <ds:schemaRefs/>
</ds:datastoreItem>
</file>

<file path=customXml/itemProps9.xml><?xml version="1.0" encoding="utf-8"?>
<ds:datastoreItem xmlns:ds="http://schemas.openxmlformats.org/officeDocument/2006/customXml" ds:itemID="{0BB3C309-8520-4616-80FC-2CB10D5B83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4aa919a-b200-49cb-beca-4c7e0810321e"/>
    <ds:schemaRef ds:uri="06670dda-0291-4061-b6e0-f6c0cb392c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10.xml><?xml version="1.0" encoding="utf-8"?>
<ds:datastoreItem xmlns:ds="http://schemas.openxmlformats.org/officeDocument/2006/customXml" ds:itemID="{6B831CAE-95E4-452E-B3C5-B76AAD78A52A}">
  <ds:schemaRefs/>
</ds:datastoreItem>
</file>

<file path=customXml/itemProps11.xml><?xml version="1.0" encoding="utf-8"?>
<ds:datastoreItem xmlns:ds="http://schemas.openxmlformats.org/officeDocument/2006/customXml" ds:itemID="{75BD4175-2A6A-457D-B03C-89D272FF4835}">
  <ds:schemaRefs/>
</ds:datastoreItem>
</file>

<file path=customXml/itemProps12.xml><?xml version="1.0" encoding="utf-8"?>
<ds:datastoreItem xmlns:ds="http://schemas.openxmlformats.org/officeDocument/2006/customXml" ds:itemID="{B7066F7B-EA61-4071-B961-E1FA19724DC0}">
  <ds:schemaRefs/>
</ds:datastoreItem>
</file>

<file path=customXml/itemProps13.xml><?xml version="1.0" encoding="utf-8"?>
<ds:datastoreItem xmlns:ds="http://schemas.openxmlformats.org/officeDocument/2006/customXml" ds:itemID="{3D719615-E8C3-42D3-B19D-076A1FC4620D}">
  <ds:schemaRefs/>
</ds:datastoreItem>
</file>

<file path=customXml/itemProps14.xml><?xml version="1.0" encoding="utf-8"?>
<ds:datastoreItem xmlns:ds="http://schemas.openxmlformats.org/officeDocument/2006/customXml" ds:itemID="{56A99A3E-A648-468D-B568-4C0AD8B35441}">
  <ds:schemaRefs/>
</ds:datastoreItem>
</file>

<file path=customXml/itemProps15.xml><?xml version="1.0" encoding="utf-8"?>
<ds:datastoreItem xmlns:ds="http://schemas.openxmlformats.org/officeDocument/2006/customXml" ds:itemID="{1AB4A281-5EBA-4CA1-A536-6B29C98890B6}">
  <ds:schemaRefs/>
</ds:datastoreItem>
</file>

<file path=customXml/itemProps16.xml><?xml version="1.0" encoding="utf-8"?>
<ds:datastoreItem xmlns:ds="http://schemas.openxmlformats.org/officeDocument/2006/customXml" ds:itemID="{7BAA13C3-64B7-4D7A-BA49-B0CCD43E2049}">
  <ds:schemaRefs/>
</ds:datastoreItem>
</file>

<file path=customXml/itemProps17.xml><?xml version="1.0" encoding="utf-8"?>
<ds:datastoreItem xmlns:ds="http://schemas.openxmlformats.org/officeDocument/2006/customXml" ds:itemID="{7FD631D3-3AB7-43F0-9FCE-6F65E4127A72}">
  <ds:schemaRefs/>
</ds:datastoreItem>
</file>

<file path=customXml/itemProps18.xml><?xml version="1.0" encoding="utf-8"?>
<ds:datastoreItem xmlns:ds="http://schemas.openxmlformats.org/officeDocument/2006/customXml" ds:itemID="{682BF6E6-8993-4A0E-A615-E24230C37DAC}">
  <ds:schemaRefs/>
</ds:datastoreItem>
</file>

<file path=customXml/itemProps19.xml><?xml version="1.0" encoding="utf-8"?>
<ds:datastoreItem xmlns:ds="http://schemas.openxmlformats.org/officeDocument/2006/customXml" ds:itemID="{3915BD4A-04C4-49F2-B0B9-3E7D336EC799}">
  <ds:schemaRefs/>
</ds:datastoreItem>
</file>

<file path=customXml/itemProps20.xml><?xml version="1.0" encoding="utf-8"?>
<ds:datastoreItem xmlns:ds="http://schemas.openxmlformats.org/officeDocument/2006/customXml" ds:itemID="{EC53C6C7-14A0-4237-9C9A-FA78B37E53AB}">
  <ds:schemaRefs/>
</ds:datastoreItem>
</file>

<file path=customXml/itemProps21.xml><?xml version="1.0" encoding="utf-8"?>
<ds:datastoreItem xmlns:ds="http://schemas.openxmlformats.org/officeDocument/2006/customXml" ds:itemID="{CBB24767-B696-4303-95AD-C1F5811D028F}">
  <ds:schemaRefs/>
</ds:datastoreItem>
</file>

<file path=customXml/itemProps22.xml><?xml version="1.0" encoding="utf-8"?>
<ds:datastoreItem xmlns:ds="http://schemas.openxmlformats.org/officeDocument/2006/customXml" ds:itemID="{9DF1E77E-93BB-43A3-BEC8-6478C2794FA6}">
  <ds:schemaRefs/>
</ds:datastoreItem>
</file>

<file path=customXml/itemProps23.xml><?xml version="1.0" encoding="utf-8"?>
<ds:datastoreItem xmlns:ds="http://schemas.openxmlformats.org/officeDocument/2006/customXml" ds:itemID="{6291F803-2EF0-4E47-96D6-4796950CE6BD}">
  <ds:schemaRefs/>
</ds:datastoreItem>
</file>

<file path=customXml/itemProps24.xml><?xml version="1.0" encoding="utf-8"?>
<ds:datastoreItem xmlns:ds="http://schemas.openxmlformats.org/officeDocument/2006/customXml" ds:itemID="{1669606D-CDD4-43E6-985A-81776140D176}">
  <ds:schemaRefs/>
</ds:datastoreItem>
</file>

<file path=customXml/itemProps25.xml><?xml version="1.0" encoding="utf-8"?>
<ds:datastoreItem xmlns:ds="http://schemas.openxmlformats.org/officeDocument/2006/customXml" ds:itemID="{AC107CF9-7144-4997-BE7D-1990BE189C9A}">
  <ds:schemaRefs/>
</ds:datastoreItem>
</file>

<file path=customXml/itemProps26.xml><?xml version="1.0" encoding="utf-8"?>
<ds:datastoreItem xmlns:ds="http://schemas.openxmlformats.org/officeDocument/2006/customXml" ds:itemID="{AD9376BE-3D3E-4586-9139-069C1651B477}">
  <ds:schemaRefs/>
</ds:datastoreItem>
</file>

<file path=customXml/itemProps27.xml><?xml version="1.0" encoding="utf-8"?>
<ds:datastoreItem xmlns:ds="http://schemas.openxmlformats.org/officeDocument/2006/customXml" ds:itemID="{95AE8F77-448C-4B7C-8669-DC6D4241F9CE}">
  <ds:schemaRefs/>
</ds:datastoreItem>
</file>

<file path=customXml/itemProps28.xml><?xml version="1.0" encoding="utf-8"?>
<ds:datastoreItem xmlns:ds="http://schemas.openxmlformats.org/officeDocument/2006/customXml" ds:itemID="{7C5C44AF-FBA1-4FF3-8C07-71728D2581FD}">
  <ds:schemaRefs/>
</ds:datastoreItem>
</file>

<file path=customXml/itemProps29.xml><?xml version="1.0" encoding="utf-8"?>
<ds:datastoreItem xmlns:ds="http://schemas.openxmlformats.org/officeDocument/2006/customXml" ds:itemID="{647B6612-4C79-45CE-9A32-14C2D37B46F1}">
  <ds:schemaRefs/>
</ds:datastoreItem>
</file>

<file path=customXml/itemProps30.xml><?xml version="1.0" encoding="utf-8"?>
<ds:datastoreItem xmlns:ds="http://schemas.openxmlformats.org/officeDocument/2006/customXml" ds:itemID="{162E1B2B-387B-423C-8FB0-129D0EE7DD83}">
  <ds:schemaRefs/>
</ds:datastoreItem>
</file>

<file path=customXml/itemProps31.xml><?xml version="1.0" encoding="utf-8"?>
<ds:datastoreItem xmlns:ds="http://schemas.openxmlformats.org/officeDocument/2006/customXml" ds:itemID="{65B44A9F-1851-42AC-AD3C-FFC343A07D3A}">
  <ds:schemaRefs/>
</ds:datastoreItem>
</file>

<file path=customXml/itemProps32.xml><?xml version="1.0" encoding="utf-8"?>
<ds:datastoreItem xmlns:ds="http://schemas.openxmlformats.org/officeDocument/2006/customXml" ds:itemID="{1D3A887C-FC1C-482E-BE66-F9B66B0A6227}">
  <ds:schemaRefs/>
</ds:datastoreItem>
</file>

<file path=customXml/itemProps33.xml><?xml version="1.0" encoding="utf-8"?>
<ds:datastoreItem xmlns:ds="http://schemas.openxmlformats.org/officeDocument/2006/customXml" ds:itemID="{0C0AD6D7-0AAB-4CF7-9869-E9E315BAF875}">
  <ds:schemaRefs/>
</ds:datastoreItem>
</file>

<file path=customXml/itemProps34.xml><?xml version="1.0" encoding="utf-8"?>
<ds:datastoreItem xmlns:ds="http://schemas.openxmlformats.org/officeDocument/2006/customXml" ds:itemID="{30338C60-725E-4230-8732-6C1737FFCF6F}">
  <ds:schemaRefs/>
</ds:datastoreItem>
</file>

<file path=customXml/itemProps35.xml><?xml version="1.0" encoding="utf-8"?>
<ds:datastoreItem xmlns:ds="http://schemas.openxmlformats.org/officeDocument/2006/customXml" ds:itemID="{AE04A922-1222-46EA-85D1-620CD08A927B}">
  <ds:schemaRefs/>
</ds:datastoreItem>
</file>

<file path=customXml/itemProps36.xml><?xml version="1.0" encoding="utf-8"?>
<ds:datastoreItem xmlns:ds="http://schemas.openxmlformats.org/officeDocument/2006/customXml" ds:itemID="{FC77B9F3-C094-489B-8C01-F272F0AF68C6}">
  <ds:schemaRefs/>
</ds:datastoreItem>
</file>

<file path=customXml/itemProps37.xml><?xml version="1.0" encoding="utf-8"?>
<ds:datastoreItem xmlns:ds="http://schemas.openxmlformats.org/officeDocument/2006/customXml" ds:itemID="{C67D3CDE-4F82-4339-9EA4-1EEE33A61958}">
  <ds:schemaRefs/>
</ds:datastoreItem>
</file>

<file path=customXml/itemProps38.xml><?xml version="1.0" encoding="utf-8"?>
<ds:datastoreItem xmlns:ds="http://schemas.openxmlformats.org/officeDocument/2006/customXml" ds:itemID="{C89A946A-C258-4267-A263-69DA8374B547}">
  <ds:schemaRefs/>
</ds:datastoreItem>
</file>

<file path=customXml/itemProps39.xml><?xml version="1.0" encoding="utf-8"?>
<ds:datastoreItem xmlns:ds="http://schemas.openxmlformats.org/officeDocument/2006/customXml" ds:itemID="{364650BF-04B4-4ADF-AE61-286BFE5AF2AD}">
  <ds:schemaRefs/>
</ds:datastoreItem>
</file>

<file path=customXml/itemProps40.xml><?xml version="1.0" encoding="utf-8"?>
<ds:datastoreItem xmlns:ds="http://schemas.openxmlformats.org/officeDocument/2006/customXml" ds:itemID="{25EDB0A7-1862-4F58-81F8-88FFEB27A481}">
  <ds:schemaRefs/>
</ds:datastoreItem>
</file>

<file path=customXml/itemProps41.xml><?xml version="1.0" encoding="utf-8"?>
<ds:datastoreItem xmlns:ds="http://schemas.openxmlformats.org/officeDocument/2006/customXml" ds:itemID="{8C320EF3-E45D-49A1-86A9-B0DA20C7CC04}">
  <ds:schemaRefs/>
</ds:datastoreItem>
</file>

<file path=customXml/itemProps42.xml><?xml version="1.0" encoding="utf-8"?>
<ds:datastoreItem xmlns:ds="http://schemas.openxmlformats.org/officeDocument/2006/customXml" ds:itemID="{A20E27A4-6C3C-428D-ADE7-7DC089C0CD46}">
  <ds:schemaRefs/>
</ds:datastoreItem>
</file>

<file path=customXml/itemProps43.xml><?xml version="1.0" encoding="utf-8"?>
<ds:datastoreItem xmlns:ds="http://schemas.openxmlformats.org/officeDocument/2006/customXml" ds:itemID="{921C0A0B-EE13-4908-9C41-3E7EDF526068}">
  <ds:schemaRefs/>
</ds:datastoreItem>
</file>

<file path=customXml/itemProps44.xml><?xml version="1.0" encoding="utf-8"?>
<ds:datastoreItem xmlns:ds="http://schemas.openxmlformats.org/officeDocument/2006/customXml" ds:itemID="{D4B66AC3-71C4-4908-9595-93E8B8D76E97}">
  <ds:schemaRefs/>
</ds:datastoreItem>
</file>

<file path=customXml/itemProps45.xml><?xml version="1.0" encoding="utf-8"?>
<ds:datastoreItem xmlns:ds="http://schemas.openxmlformats.org/officeDocument/2006/customXml" ds:itemID="{2BC0DC1D-8D15-4194-9A1A-EDACA544CFA6}">
  <ds:schemaRefs/>
</ds:datastoreItem>
</file>

<file path=customXml/itemProps46.xml><?xml version="1.0" encoding="utf-8"?>
<ds:datastoreItem xmlns:ds="http://schemas.openxmlformats.org/officeDocument/2006/customXml" ds:itemID="{F82E9EAE-C942-4F71-8479-8192B35558E2}">
  <ds:schemaRefs/>
</ds:datastoreItem>
</file>

<file path=customXml/itemProps47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48.xml><?xml version="1.0" encoding="utf-8"?>
<ds:datastoreItem xmlns:ds="http://schemas.openxmlformats.org/officeDocument/2006/customXml" ds:itemID="{43BC5722-1D5B-4915-8247-E6D5F513E549}">
  <ds:schemaRefs/>
</ds:datastoreItem>
</file>

<file path=customXml/itemProps49.xml><?xml version="1.0" encoding="utf-8"?>
<ds:datastoreItem xmlns:ds="http://schemas.openxmlformats.org/officeDocument/2006/customXml" ds:itemID="{2A1B10AF-5356-4D21-9E16-9423E20937FC}">
  <ds:schemaRefs/>
</ds:datastoreItem>
</file>

<file path=customXml/itemProps50.xml><?xml version="1.0" encoding="utf-8"?>
<ds:datastoreItem xmlns:ds="http://schemas.openxmlformats.org/officeDocument/2006/customXml" ds:itemID="{1BCEDA00-0BCE-4F19-A380-8AED6A66E762}">
  <ds:schemaRefs/>
</ds:datastoreItem>
</file>

<file path=customXml/itemProps51.xml><?xml version="1.0" encoding="utf-8"?>
<ds:datastoreItem xmlns:ds="http://schemas.openxmlformats.org/officeDocument/2006/customXml" ds:itemID="{00121D97-98F5-4946-8A5D-87D090F11338}">
  <ds:schemaRefs/>
</ds:datastoreItem>
</file>

<file path=customXml/itemProps52.xml><?xml version="1.0" encoding="utf-8"?>
<ds:datastoreItem xmlns:ds="http://schemas.openxmlformats.org/officeDocument/2006/customXml" ds:itemID="{915452D2-9D6B-41D9-99FD-4D1CF211FA39}">
  <ds:schemaRefs/>
</ds:datastoreItem>
</file>

<file path=customXml/itemProps53.xml><?xml version="1.0" encoding="utf-8"?>
<ds:datastoreItem xmlns:ds="http://schemas.openxmlformats.org/officeDocument/2006/customXml" ds:itemID="{56B316EE-D9D1-44C3-8C00-AE433A63C836}">
  <ds:schemaRefs/>
</ds:datastoreItem>
</file>

<file path=customXml/itemProps54.xml><?xml version="1.0" encoding="utf-8"?>
<ds:datastoreItem xmlns:ds="http://schemas.openxmlformats.org/officeDocument/2006/customXml" ds:itemID="{DDCC6A1B-7673-40E9-AC3E-C0D8F2784A83}">
  <ds:schemaRefs/>
</ds:datastoreItem>
</file>

<file path=customXml/itemProps55.xml><?xml version="1.0" encoding="utf-8"?>
<ds:datastoreItem xmlns:ds="http://schemas.openxmlformats.org/officeDocument/2006/customXml" ds:itemID="{2EF89111-4289-441B-97BD-A2D8E126532F}">
  <ds:schemaRefs/>
</ds:datastoreItem>
</file>

<file path=customXml/itemProps56.xml><?xml version="1.0" encoding="utf-8"?>
<ds:datastoreItem xmlns:ds="http://schemas.openxmlformats.org/officeDocument/2006/customXml" ds:itemID="{E4C8E36C-E4C3-4DF8-B9A8-546312449852}">
  <ds:schemaRefs/>
</ds:datastoreItem>
</file>

<file path=customXml/itemProps57.xml><?xml version="1.0" encoding="utf-8"?>
<ds:datastoreItem xmlns:ds="http://schemas.openxmlformats.org/officeDocument/2006/customXml" ds:itemID="{5265E46D-0749-47B1-8243-3C63764C0EFC}">
  <ds:schemaRefs/>
</ds:datastoreItem>
</file>

<file path=customXml/itemProps58.xml><?xml version="1.0" encoding="utf-8"?>
<ds:datastoreItem xmlns:ds="http://schemas.openxmlformats.org/officeDocument/2006/customXml" ds:itemID="{E3B787A2-A83F-4E87-A90A-111C61F62E24}">
  <ds:schemaRefs/>
</ds:datastoreItem>
</file>

<file path=customXml/itemProps59.xml><?xml version="1.0" encoding="utf-8"?>
<ds:datastoreItem xmlns:ds="http://schemas.openxmlformats.org/officeDocument/2006/customXml" ds:itemID="{BE3BB7DD-0C86-4747-A387-5C5D191BB970}">
  <ds:schemaRefs/>
</ds:datastoreItem>
</file>

<file path=customXml/itemProps60.xml><?xml version="1.0" encoding="utf-8"?>
<ds:datastoreItem xmlns:ds="http://schemas.openxmlformats.org/officeDocument/2006/customXml" ds:itemID="{D5DFDA8F-B725-4CD6-A843-7349EA123794}">
  <ds:schemaRefs/>
</ds:datastoreItem>
</file>

<file path=customXml/itemProps61.xml><?xml version="1.0" encoding="utf-8"?>
<ds:datastoreItem xmlns:ds="http://schemas.openxmlformats.org/officeDocument/2006/customXml" ds:itemID="{6A0018E2-8AA5-4CE6-A43B-7E69D37BB663}">
  <ds:schemaRefs/>
</ds:datastoreItem>
</file>

<file path=docMetadata/LabelInfo.xml><?xml version="1.0" encoding="utf-8"?>
<clbl:labelList xmlns:clbl="http://schemas.microsoft.com/office/2020/mipLabelMetadata">
  <clbl:label id="{2d0b1989-8fc8-4a69-bcac-d46889461ba5}" enabled="1" method="Privileged" siteId="{3dd8961f-e488-4e60-8e11-a82d994e183d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281</TotalTime>
  <Words>1695</Words>
  <Application>Microsoft Office PowerPoint</Application>
  <PresentationFormat>Widescreen</PresentationFormat>
  <Paragraphs>225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Aptos</vt:lpstr>
      <vt:lpstr>Arial</vt:lpstr>
      <vt:lpstr>Consolas</vt:lpstr>
      <vt:lpstr>Klavika Bold</vt:lpstr>
      <vt:lpstr>Klavika Light</vt:lpstr>
      <vt:lpstr>Klavika Medium</vt:lpstr>
      <vt:lpstr>Klavika Regular</vt:lpstr>
      <vt:lpstr>AMD Corporate Template_Dark</vt:lpstr>
      <vt:lpstr>AMD Unsloth GRPO Fine-tuning</vt:lpstr>
      <vt:lpstr>Notebook access</vt:lpstr>
      <vt:lpstr>Agenda</vt:lpstr>
      <vt:lpstr>Part 1: The Concepts</vt:lpstr>
      <vt:lpstr>What is a Large Language Model?</vt:lpstr>
      <vt:lpstr>What is fine-tuning? Why do it?</vt:lpstr>
      <vt:lpstr>LoRA and QLoRA</vt:lpstr>
      <vt:lpstr>Training methodology: SFT and GRPO</vt:lpstr>
      <vt:lpstr>The fine-tuning pipeline</vt:lpstr>
      <vt:lpstr>Unsloth</vt:lpstr>
      <vt:lpstr>Part 2: Hands-On</vt:lpstr>
      <vt:lpstr>A game of Sudoku</vt:lpstr>
      <vt:lpstr>AMD Unsloth fine-tuning workshop</vt:lpstr>
      <vt:lpstr>GPU visibility and health</vt:lpstr>
      <vt:lpstr>Driving the notebook</vt:lpstr>
      <vt:lpstr>Fine-tuning complete</vt:lpstr>
      <vt:lpstr>Troubleshooting</vt:lpstr>
      <vt:lpstr>Learn more</vt:lpstr>
      <vt:lpstr>PowerPoint Presentation</vt:lpstr>
    </vt:vector>
  </TitlesOfParts>
  <Manager>&lt;Comms manager name here&gt;</Manager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AMD Corporate Powerpoint Template</dc:subject>
  <dc:creator>Federico Gasquet</dc:creator>
  <cp:keywords>AMD Corporate Powerpoint Template</cp:keywords>
  <dc:description/>
  <cp:lastModifiedBy>Zhou, Eddie</cp:lastModifiedBy>
  <cp:revision>42</cp:revision>
  <cp:lastPrinted>2020-04-30T18:59:47Z</cp:lastPrinted>
  <dcterms:created xsi:type="dcterms:W3CDTF">2021-04-19T14:31:00Z</dcterms:created>
  <dcterms:modified xsi:type="dcterms:W3CDTF">2026-10-02T18:12:32Z</dcterms:modified>
  <cp:category>AMD Corporate Powerpoint 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ublisher">
    <vt:lpwstr>AMD Creative Studio</vt:lpwstr>
  </property>
  <property fmtid="{D5CDD505-2E9C-101B-9397-08002B2CF9AE}" pid="3" name="Date completed">
    <vt:lpwstr>April 30, 2020</vt:lpwstr>
  </property>
  <property fmtid="{D5CDD505-2E9C-101B-9397-08002B2CF9AE}" pid="4" name="MS_Version">
    <vt:lpwstr>1.0.0</vt:lpwstr>
  </property>
  <property fmtid="{D5CDD505-2E9C-101B-9397-08002B2CF9AE}" pid="5" name="TemplafyTimeStamp">
    <vt:lpwstr>2021-07-26T15:24:38</vt:lpwstr>
  </property>
  <property fmtid="{D5CDD505-2E9C-101B-9397-08002B2CF9AE}" pid="6" name="ClassificationContentMarkingHeaderLocations">
    <vt:lpwstr>AMD Corporate Template_Dark:6</vt:lpwstr>
  </property>
  <property fmtid="{D5CDD505-2E9C-101B-9397-08002B2CF9AE}" pid="7" name="ClassificationContentMarkingHeaderText">
    <vt:lpwstr>Public</vt:lpwstr>
  </property>
</Properties>
</file>
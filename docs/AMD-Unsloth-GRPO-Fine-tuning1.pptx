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930" r:id="rId62"/>
  </p:sldMasterIdLst>
  <p:notesMasterIdLst>
    <p:notesMasterId r:id="rId83"/>
  </p:notesMasterIdLst>
  <p:handoutMasterIdLst>
    <p:handoutMasterId r:id="rId84"/>
  </p:handoutMasterIdLst>
  <p:sldIdLst>
    <p:sldId id="284" r:id="rId63"/>
    <p:sldId id="328" r:id="rId64"/>
    <p:sldId id="274" r:id="rId65"/>
    <p:sldId id="257" r:id="rId66"/>
    <p:sldId id="258" r:id="rId67"/>
    <p:sldId id="259" r:id="rId68"/>
    <p:sldId id="260" r:id="rId69"/>
    <p:sldId id="261" r:id="rId70"/>
    <p:sldId id="262" r:id="rId71"/>
    <p:sldId id="263" r:id="rId72"/>
    <p:sldId id="264" r:id="rId73"/>
    <p:sldId id="265" r:id="rId74"/>
    <p:sldId id="266" r:id="rId75"/>
    <p:sldId id="267" r:id="rId76"/>
    <p:sldId id="268" r:id="rId77"/>
    <p:sldId id="269" r:id="rId78"/>
    <p:sldId id="270" r:id="rId79"/>
    <p:sldId id="271" r:id="rId80"/>
    <p:sldId id="272" r:id="rId81"/>
    <p:sldId id="273" r:id="rId82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customXml" Target="../customXml/item26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slide" Target="slides/slide1.xml"/><Relationship Id="rId68" Type="http://schemas.openxmlformats.org/officeDocument/2006/relationships/slide" Target="slides/slide6.xml"/><Relationship Id="rId84" Type="http://schemas.openxmlformats.org/officeDocument/2006/relationships/handoutMaster" Target="handoutMasters/handoutMaster1.xml"/><Relationship Id="rId89" Type="http://schemas.openxmlformats.org/officeDocument/2006/relationships/tableStyles" Target="tableStyles.xml"/><Relationship Id="rId16" Type="http://schemas.openxmlformats.org/officeDocument/2006/relationships/customXml" Target="../customXml/item16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slide" Target="slides/slide12.xml"/><Relationship Id="rId79" Type="http://schemas.openxmlformats.org/officeDocument/2006/relationships/slide" Target="slides/slide17.xml"/><Relationship Id="rId5" Type="http://schemas.openxmlformats.org/officeDocument/2006/relationships/customXml" Target="../customXml/item5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56" Type="http://schemas.openxmlformats.org/officeDocument/2006/relationships/customXml" Target="../customXml/item56.xml"/><Relationship Id="rId64" Type="http://schemas.openxmlformats.org/officeDocument/2006/relationships/slide" Target="slides/slide2.xml"/><Relationship Id="rId69" Type="http://schemas.openxmlformats.org/officeDocument/2006/relationships/slide" Target="slides/slide7.xml"/><Relationship Id="rId77" Type="http://schemas.openxmlformats.org/officeDocument/2006/relationships/slide" Target="slides/slide15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slide" Target="slides/slide10.xml"/><Relationship Id="rId80" Type="http://schemas.openxmlformats.org/officeDocument/2006/relationships/slide" Target="slides/slide18.xml"/><Relationship Id="rId85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46" Type="http://schemas.openxmlformats.org/officeDocument/2006/relationships/customXml" Target="../customXml/item46.xml"/><Relationship Id="rId59" Type="http://schemas.openxmlformats.org/officeDocument/2006/relationships/customXml" Target="../customXml/item59.xml"/><Relationship Id="rId67" Type="http://schemas.openxmlformats.org/officeDocument/2006/relationships/slide" Target="slides/slide5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54" Type="http://schemas.openxmlformats.org/officeDocument/2006/relationships/customXml" Target="../customXml/item54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8.xml"/><Relationship Id="rId75" Type="http://schemas.openxmlformats.org/officeDocument/2006/relationships/slide" Target="slides/slide13.xml"/><Relationship Id="rId83" Type="http://schemas.openxmlformats.org/officeDocument/2006/relationships/notesMaster" Target="notesMasters/notesMaster1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customXml" Target="../customXml/item36.xml"/><Relationship Id="rId49" Type="http://schemas.openxmlformats.org/officeDocument/2006/relationships/customXml" Target="../customXml/item49.xml"/><Relationship Id="rId57" Type="http://schemas.openxmlformats.org/officeDocument/2006/relationships/customXml" Target="../customXml/item5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customXml" Target="../customXml/item44.xml"/><Relationship Id="rId52" Type="http://schemas.openxmlformats.org/officeDocument/2006/relationships/customXml" Target="../customXml/item52.xml"/><Relationship Id="rId60" Type="http://schemas.openxmlformats.org/officeDocument/2006/relationships/customXml" Target="../customXml/item60.xml"/><Relationship Id="rId65" Type="http://schemas.openxmlformats.org/officeDocument/2006/relationships/slide" Target="slides/slide3.xml"/><Relationship Id="rId73" Type="http://schemas.openxmlformats.org/officeDocument/2006/relationships/slide" Target="slides/slide11.xml"/><Relationship Id="rId78" Type="http://schemas.openxmlformats.org/officeDocument/2006/relationships/slide" Target="slides/slide16.xml"/><Relationship Id="rId81" Type="http://schemas.openxmlformats.org/officeDocument/2006/relationships/slide" Target="slides/slide19.xml"/><Relationship Id="rId86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slide" Target="slides/slide14.xml"/><Relationship Id="rId7" Type="http://schemas.openxmlformats.org/officeDocument/2006/relationships/customXml" Target="../customXml/item7.xml"/><Relationship Id="rId71" Type="http://schemas.openxmlformats.org/officeDocument/2006/relationships/slide" Target="slides/slide9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slide" Target="slides/slide4.xml"/><Relationship Id="rId87" Type="http://schemas.openxmlformats.org/officeDocument/2006/relationships/viewProps" Target="viewProps.xml"/><Relationship Id="rId61" Type="http://schemas.openxmlformats.org/officeDocument/2006/relationships/customXml" Target="../customXml/item61.xml"/><Relationship Id="rId82" Type="http://schemas.openxmlformats.org/officeDocument/2006/relationships/slide" Target="slides/slide20.xml"/><Relationship Id="rId19" Type="http://schemas.openxmlformats.org/officeDocument/2006/relationships/customXml" Target="../customXml/item1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10/16/2026 2:32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10/16/2026 2:32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C3C27-A96A-77E3-B4B7-01CBBC444C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7" y="0"/>
            <a:ext cx="12190526" cy="6857171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33B63588-B512-5FB9-BA06-0ADD210EBC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1474" y="4495410"/>
            <a:ext cx="3517845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DE942C-8BA4-EF71-D916-8A9E9D03B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474" y="1524390"/>
            <a:ext cx="3517845" cy="252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8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387C1A1-731B-3911-1965-BF777AA226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3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697FF1-5BDF-2A7D-9EEF-C0A75BF117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4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83034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09900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334809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orient="horz" pos="903" userDrawn="1">
          <p15:clr>
            <a:srgbClr val="5ACBF0"/>
          </p15:clr>
        </p15:guide>
        <p15:guide id="7" pos="3659" userDrawn="1">
          <p15:clr>
            <a:srgbClr val="5ACBF0"/>
          </p15:clr>
        </p15:guide>
        <p15:guide id="8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6661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orient="horz" pos="904" userDrawn="1">
          <p15:clr>
            <a:srgbClr val="5ACBF0"/>
          </p15:clr>
        </p15:guide>
        <p15:guide id="7" pos="3659" userDrawn="1">
          <p15:clr>
            <a:srgbClr val="5ACBF0"/>
          </p15:clr>
        </p15:guide>
        <p15:guide id="8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062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223217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pos="2568" userDrawn="1">
          <p15:clr>
            <a:srgbClr val="A4A3A4"/>
          </p15:clr>
        </p15:guide>
        <p15:guide id="31" orient="horz" pos="1992" userDrawn="1">
          <p15:clr>
            <a:srgbClr val="5ACBF0"/>
          </p15:clr>
        </p15:guide>
        <p15:guide id="32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905251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30513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2940901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11" pos="2993">
          <p15:clr>
            <a:srgbClr val="5ACBF0"/>
          </p15:clr>
        </p15:guide>
        <p15:guide id="15" orient="horz" pos="648" userDrawn="1">
          <p15:clr>
            <a:srgbClr val="5ACBF0"/>
          </p15:clr>
        </p15:guide>
        <p15:guide id="16" orient="horz" pos="3648" userDrawn="1">
          <p15:clr>
            <a:srgbClr val="5ACBF0"/>
          </p15:clr>
        </p15:guide>
        <p15:guide id="17" pos="3720" userDrawn="1">
          <p15:clr>
            <a:srgbClr val="C35EA4"/>
          </p15:clr>
        </p15:guide>
        <p15:guide id="18" pos="3552" userDrawn="1">
          <p15:clr>
            <a:srgbClr val="A4A3A4"/>
          </p15:clr>
        </p15:guide>
        <p15:guide id="19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138807446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970C44F-9DB2-2A96-421E-F07C210325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823814-F05A-01DB-A82E-CFA7403C6A6A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0911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2184364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and drop your photo here</a:t>
            </a:r>
            <a:br>
              <a:rPr lang="en-US"/>
            </a:br>
            <a:r>
              <a:rPr lang="en-US"/>
              <a:t>or click or tap icon below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17562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9" orient="horz" pos="3456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06502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1" orient="horz" pos="345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253571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2" orient="horz" pos="3612" userDrawn="1">
          <p15:clr>
            <a:srgbClr val="5ACBF0"/>
          </p15:clr>
        </p15:guide>
        <p15:guide id="13" orient="horz" pos="1842" userDrawn="1">
          <p15:clr>
            <a:srgbClr val="5ACBF0"/>
          </p15:clr>
        </p15:guide>
        <p15:guide id="14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1D8FD9-01AC-39A0-DB67-3ADCCFD505F3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E012BE-0451-A53F-3400-A892BFC25101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C804D5-C635-F707-1A31-86E21676A52A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DD01BC-A903-B9D5-EDC7-5897E49DD065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D06FB-BB4C-5FCB-67B4-8DAA4858221E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304146-D450-CC62-D474-A81372CB2858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6391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7135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3" orient="horz" pos="2856" userDrawn="1">
          <p15:clr>
            <a:srgbClr val="5ACBF0"/>
          </p15:clr>
        </p15:guide>
        <p15:guide id="14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51EEDB-C6B7-F791-462D-3D7EA1666356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528B88-EDE4-E846-988D-BCEAB672DAEA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64AD0D-B652-C306-F4EC-53878BD4B024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5249A-2291-20AD-8336-33232837DED8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9E193B-3A98-A2C8-2546-FCB49CA891BE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034299-D9EC-FC02-1B00-257F84F02413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11AC5D-A1D7-57AB-16C5-8A5205812F22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ECA1C4-CDBE-08A0-2B3A-52F3AA0EB339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DCDAB2-DD51-E739-6134-6075A6CEB27A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AB47E2-B1D2-4A54-FBF9-5F437D00B088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BC13A3-338E-21A2-B47A-B6A1707E0226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602A2D-119E-B82F-4DED-E355495F9698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11555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2" orient="horz" pos="3702" userDrawn="1">
          <p15:clr>
            <a:srgbClr val="5ACBF0"/>
          </p15:clr>
        </p15:guide>
        <p15:guide id="13" orient="horz" pos="1071" userDrawn="1">
          <p15:clr>
            <a:srgbClr val="5ACBF0"/>
          </p15:clr>
        </p15:guide>
        <p15:guide id="14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/>
              <a:t>Drag &amp; drop a</a:t>
            </a:r>
            <a:br>
              <a:rPr lang="en-US"/>
            </a:br>
            <a:r>
              <a:rPr lang="en-US"/>
              <a:t>screenshot here</a:t>
            </a:r>
            <a:br>
              <a:rPr lang="en-US"/>
            </a:br>
            <a:r>
              <a:rPr lang="en-US"/>
              <a:t>or click or tap icon</a:t>
            </a:r>
            <a:br>
              <a:rPr lang="en-US"/>
            </a:br>
            <a:r>
              <a:rPr lang="en-US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035609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6B5B6F6-5FAE-7499-F22E-14B21029A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A853FD-44B3-1A6A-E1E5-6A47C9946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4314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54C76AA-B9D2-8885-4163-5F16D84D1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0117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1156C7-C930-78EC-7D5F-0D38FD2C37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65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6" orient="horz" pos="1872" userDrawn="1">
          <p15:clr>
            <a:srgbClr val="5ACBF0"/>
          </p15:clr>
        </p15:guide>
        <p15:guide id="7" orient="horz" pos="2364" userDrawn="1">
          <p15:clr>
            <a:srgbClr val="5ACBF0"/>
          </p15:clr>
        </p15:guide>
        <p15:guide id="8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90955" y="3104745"/>
            <a:ext cx="6181081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Divider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0955" y="3680069"/>
            <a:ext cx="6181081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39329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3" orient="horz" pos="1872">
          <p15:clr>
            <a:srgbClr val="5ACBF0"/>
          </p15:clr>
        </p15:guide>
        <p15:guide id="4" orient="horz" pos="2364">
          <p15:clr>
            <a:srgbClr val="5ACBF0"/>
          </p15:clr>
        </p15:guide>
        <p15:guide id="5" pos="384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  <p:sp>
        <p:nvSpPr>
          <p:cNvPr id="2" name="Rectangle 1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C12D4FDF-911D-2374-A320-8BA696B6C414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034F47-C2D4-B7CC-0C89-A4CE3B7969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50866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86709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49907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5" userDrawn="1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72173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  <p:sp>
        <p:nvSpPr>
          <p:cNvPr id="2" name="Rectangle 1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590B0B04-2EDA-4E09-9953-514C4BE8514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ABC9A8-C071-8956-DDD1-E784DBF9C9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937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595B22-9CFB-D3FF-039F-B34227D3DB59}"/>
              </a:ext>
            </a:extLst>
          </p:cNvPr>
          <p:cNvSpPr txBox="1"/>
          <p:nvPr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2D308-2861-AE53-5721-56F152B617D6}"/>
              </a:ext>
            </a:extLst>
          </p:cNvPr>
          <p:cNvSpPr txBox="1"/>
          <p:nvPr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>
                <a:solidFill>
                  <a:schemeClr val="tx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Rectangle 33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B1BBA85-F17E-FDFD-8539-4673C6E3D490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GB" sz="75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AMD AI DevDay World Tour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23A180F-3540-9672-0F82-7C645C887CD4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10883350" y="6393708"/>
            <a:ext cx="1154032" cy="328680"/>
          </a:xfrm>
          <a:prstGeom prst="rect">
            <a:avLst/>
          </a:prstGeom>
        </p:spPr>
      </p:pic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E49B8B1-E68C-6D2C-96DF-799DA1755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A814EA82-FA41-4556-37D3-9343755F6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88017E9B-9A3A-E6D9-EB4A-D6DB621018AB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C58E035-D077-13EC-7232-4EB95821EA62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520AE47-9888-BD2A-8A7E-28FDB8E197D7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0C42A9A-D32B-1EB1-B40C-06900C25D009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E8E1A8-5B8C-381D-8816-6B0B3BAD0EAF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46E772C-2645-1E05-2FCC-D56B624F1106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99381DD1-BBE7-77FE-5C10-E9DF8040F03B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2416F91-8C12-29F6-3C5F-0528B6C7F154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F6BA863-679D-EE4B-228C-15C3BBE86E4B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BDF5C0B-4BB0-0410-B3B6-DDCD85373B54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B4FB19A-CB2D-DD94-67D6-483E5806731C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40B72DA1-A72D-BEB5-921E-8FAF1D00FEF5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139FD71-E6B3-3DBA-027C-4541384AC9D8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4DA5AB0-10CD-8673-9427-A5E8D2102D1C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DF32C10-B77F-06DB-0075-9234D74BFDE4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A765C2-BBD1-C28C-AD3F-7D9C7C27E512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FE545AE-69A3-8BD1-0661-2BA8DACEF508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3DB485F-1809-9239-2FB4-D3675AFABDCB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DC954A9-3DDF-9AD6-8F5F-345B78F95658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255A8D5-6716-A63A-D98D-63A98F866B8E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AD05E49-5120-43DC-3715-586910270695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E46D18-739F-E634-3E87-328A7A5169CB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B1AEE03-A3E6-5F98-7E96-D5E889917631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51DD6033-43AE-0F81-0CFB-ED8F1F8BC89D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8F7FDC1-2024-5198-C950-6F9C89642A35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03EF5C-75F6-4BE2-1852-A34AA2319BFA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958A79D-4550-36F9-04DF-7326B7248660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A1703DC-E26C-1584-65CB-AC847D7B1371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D7A6A86-6F8D-433D-831F-0C3CFD655B8C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7D88941-8C9B-CBE1-F156-1E7AB817250C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A897609F-DD3B-C077-BC4B-97F0C0CA476D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F76B0C7-5BAB-59EF-747D-DD7CEB0F1445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A3AFCD7-A766-2DF8-091A-0DA6A0EDBD1B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448E5A9-BD69-6EF0-6E8D-71C97FF1A026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5723379E-DCA5-9144-35F6-94F30A947873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" name=".64 square" hidden="1">
            <a:extLst>
              <a:ext uri="{FF2B5EF4-FFF2-40B4-BE49-F238E27FC236}">
                <a16:creationId xmlns:a16="http://schemas.microsoft.com/office/drawing/2014/main" id="{96323CA4-1192-7F2D-0EE9-E5FCE954D0A8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3" name=".32 square" hidden="1">
            <a:extLst>
              <a:ext uri="{FF2B5EF4-FFF2-40B4-BE49-F238E27FC236}">
                <a16:creationId xmlns:a16="http://schemas.microsoft.com/office/drawing/2014/main" id="{7EF37AC8-1805-1FFB-93BD-266F57D270F4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32931B-08C7-9722-537D-0B1E39D57E23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863CBD3-8875-3F93-1102-3B9D7C93CDA2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86" name="Rectangle 8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2C7ED252-5CC2-1B70-C43A-9A2AADF204B9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87" name="Picture 8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D545100-62C0-F7F8-7173-BA22A41D308D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D9F194D6-8634-10DA-7E1F-6AF73FFD4AE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8319869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31" r:id="rId1"/>
    <p:sldLayoutId id="2147484932" r:id="rId2"/>
    <p:sldLayoutId id="2147484933" r:id="rId3"/>
    <p:sldLayoutId id="2147484934" r:id="rId4"/>
    <p:sldLayoutId id="2147484935" r:id="rId5"/>
    <p:sldLayoutId id="2147484936" r:id="rId6"/>
    <p:sldLayoutId id="2147484937" r:id="rId7"/>
    <p:sldLayoutId id="2147484938" r:id="rId8"/>
    <p:sldLayoutId id="2147484939" r:id="rId9"/>
    <p:sldLayoutId id="2147484940" r:id="rId10"/>
    <p:sldLayoutId id="2147484941" r:id="rId11"/>
    <p:sldLayoutId id="2147484942" r:id="rId12"/>
    <p:sldLayoutId id="2147484943" r:id="rId13"/>
    <p:sldLayoutId id="2147484944" r:id="rId14"/>
    <p:sldLayoutId id="2147484945" r:id="rId15"/>
    <p:sldLayoutId id="2147484946" r:id="rId16"/>
    <p:sldLayoutId id="2147484947" r:id="rId17"/>
    <p:sldLayoutId id="2147484948" r:id="rId18"/>
    <p:sldLayoutId id="2147484949" r:id="rId19"/>
    <p:sldLayoutId id="2147484950" r:id="rId20"/>
    <p:sldLayoutId id="2147484951" r:id="rId21"/>
    <p:sldLayoutId id="2147484952" r:id="rId22"/>
    <p:sldLayoutId id="2147484953" r:id="rId23"/>
    <p:sldLayoutId id="2147484954" r:id="rId24"/>
    <p:sldLayoutId id="2147484955" r:id="rId25"/>
    <p:sldLayoutId id="2147484956" r:id="rId26"/>
    <p:sldLayoutId id="2147484957" r:id="rId27"/>
    <p:sldLayoutId id="2147484958" r:id="rId28"/>
    <p:sldLayoutId id="2147484959" r:id="rId29"/>
    <p:sldLayoutId id="2147484960" r:id="rId30"/>
    <p:sldLayoutId id="2147484961" r:id="rId31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368" userDrawn="1">
          <p15:clr>
            <a:srgbClr val="C35EA4"/>
          </p15:clr>
        </p15:guide>
        <p15:guide id="32" pos="7313" userDrawn="1">
          <p15:clr>
            <a:srgbClr val="C35EA4"/>
          </p15:clr>
        </p15:guide>
        <p15:guide id="33" orient="horz" pos="369" userDrawn="1">
          <p15:clr>
            <a:srgbClr val="C35EA4"/>
          </p15:clr>
        </p15:guide>
        <p15:guide id="34" orient="horz" pos="3949" userDrawn="1">
          <p15:clr>
            <a:srgbClr val="C35EA4"/>
          </p15:clr>
        </p15:guide>
        <p15:guide id="35" orient="horz" pos="184" userDrawn="1">
          <p15:clr>
            <a:srgbClr val="A4A3A4"/>
          </p15:clr>
        </p15:guide>
        <p15:guide id="36" pos="185" userDrawn="1">
          <p15:clr>
            <a:srgbClr val="A4A3A4"/>
          </p15:clr>
        </p15:guide>
        <p15:guide id="37" orient="horz" pos="4135" userDrawn="1">
          <p15:clr>
            <a:srgbClr val="A4A3A4"/>
          </p15:clr>
        </p15:guide>
        <p15:guide id="38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349EA1-53DE-D040-BBE7-7F8AD7BBA7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6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9436-2E91-3888-A786-3DA5390B3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B50553-1509-AF02-1E33-9D1704452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D1E6CE-1FA9-2CF5-E564-B7B0E7477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5792" y="2261467"/>
            <a:ext cx="6400800" cy="677108"/>
          </a:xfrm>
        </p:spPr>
        <p:txBody>
          <a:bodyPr/>
          <a:lstStyle/>
          <a:p>
            <a:r>
              <a:t>AMD Unsloth GRPO Fine-tuning</a:t>
            </a:r>
          </a:p>
        </p:txBody>
      </p:sp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479CC30-AF28-FC50-719F-FBC248DFC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15792" y="3030015"/>
            <a:ext cx="6400800" cy="40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800">
                <a:solidFill>
                  <a:srgbClr val="FFFFFF"/>
                </a:solidFill>
                <a:latin typeface="Arial"/>
              </a:rPr>
              <a:t>Eddie Zhou</a:t>
            </a:r>
          </a:p>
        </p:txBody>
      </p:sp>
    </p:spTree>
    <p:extLst>
      <p:ext uri="{BB962C8B-B14F-4D97-AF65-F5344CB8AC3E}">
        <p14:creationId xmlns:p14="http://schemas.microsoft.com/office/powerpoint/2010/main" val="7306893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Arial"/>
              </a:rPr>
              <a:t>notebooks.amd.com/workshop</a:t>
            </a:r>
          </a:p>
          <a:p>
            <a:r>
              <a:rPr sz="2400" b="1" dirty="0">
                <a:solidFill>
                  <a:srgbClr val="FFFFFF"/>
                </a:solidFill>
                <a:latin typeface="Arial"/>
              </a:rPr>
              <a:t>Password:  </a:t>
            </a:r>
            <a:r>
              <a:rPr sz="2400" b="1" dirty="0" err="1">
                <a:solidFill>
                  <a:srgbClr val="FFFFFF"/>
                </a:solidFill>
                <a:latin typeface="Arial"/>
              </a:rPr>
              <a:t>workshop</a:t>
            </a:r>
            <a:endParaRPr sz="2400" b="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26522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C2D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D1C24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Faster and leaner on one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dirty="0">
                <a:solidFill>
                  <a:srgbClr val="F26522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C2DE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Radeon PRO W7900D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D1C24"/>
                </a:solidFill>
                <a:latin typeface="Arial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Run it yourself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Arial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Arial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Arial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Arial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Arial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Arial"/>
              </a:rPr>
              <a:t>z</a:t>
            </a:r>
            <a:r>
              <a:rPr sz="1500" b="0" dirty="0">
                <a:solidFill>
                  <a:srgbClr val="C6C8CC"/>
                </a:solidFill>
                <a:latin typeface="Arial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C2DE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Arial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Arial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Arial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Arial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Arial"/>
              </a:rPr>
              <a:t>your</a:t>
            </a:r>
            <a:r>
              <a:rPr sz="1700" b="0">
                <a:solidFill>
                  <a:srgbClr val="D8DADE"/>
                </a:solidFill>
                <a:latin typeface="Arial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Arial"/>
              </a:rPr>
              <a:t>your</a:t>
            </a:r>
            <a:r>
              <a:rPr sz="1700" b="0">
                <a:solidFill>
                  <a:srgbClr val="D8DADE"/>
                </a:solidFill>
                <a:latin typeface="Arial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Arial"/>
              </a:rPr>
              <a:t>.</a:t>
            </a:r>
            <a:endParaRPr sz="1250" b="0" dirty="0">
              <a:solidFill>
                <a:srgbClr val="D8DADE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Do one narrow task well on a small, cheap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Arial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Arial"/>
              </a:rPr>
              <a:t> than a very long prompt or a bigger model. </a:t>
            </a:r>
            <a:r>
              <a:rPr sz="1450" b="1" dirty="0">
                <a:solidFill>
                  <a:srgbClr val="00C2DE"/>
                </a:solidFill>
                <a:latin typeface="Arial"/>
              </a:rPr>
              <a:t>A small model can be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Arial"/>
              </a:rPr>
              <a:t>Parameter-efficient fine-tuning: freeze the model, train a small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6C8CC"/>
                </a:solidFill>
                <a:latin typeface="Arial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Arial"/>
              </a:rPr>
              <a:t>are </a:t>
            </a:r>
            <a:r>
              <a:rPr sz="1350" dirty="0">
                <a:solidFill>
                  <a:srgbClr val="D8DADE"/>
                </a:solidFill>
                <a:latin typeface="Arial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Arial"/>
              </a:rPr>
              <a:t>ed</a:t>
            </a:r>
            <a:endParaRPr sz="1350" dirty="0">
              <a:solidFill>
                <a:srgbClr val="D8DADE"/>
              </a:solidFill>
              <a:latin typeface="Arial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6C8CC"/>
                </a:solidFill>
                <a:latin typeface="Arial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Arial"/>
              </a:rPr>
              <a:t>LoRA</a:t>
            </a:r>
            <a:r>
              <a:rPr sz="1350" dirty="0">
                <a:solidFill>
                  <a:srgbClr val="D8DADE"/>
                </a:solidFill>
                <a:latin typeface="Arial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26522"/>
                </a:solidFill>
                <a:latin typeface="Arial"/>
              </a:rPr>
              <a:t>1.16%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of Gemma 4 E2B trained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C2DE"/>
                </a:solidFill>
                <a:latin typeface="Arial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ED1C24"/>
                </a:solidFill>
                <a:latin typeface="Arial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Arial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Arial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Arial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Arial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Arial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Arial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C2DE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Arial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Score  </a:t>
            </a:r>
            <a:r>
              <a:rPr sz="1250" b="0">
                <a:solidFill>
                  <a:srgbClr val="D8DADE"/>
                </a:solidFill>
                <a:latin typeface="Arial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Prefer  </a:t>
            </a:r>
            <a:r>
              <a:rPr sz="1250" b="0">
                <a:solidFill>
                  <a:srgbClr val="D8DADE"/>
                </a:solidFill>
                <a:latin typeface="Arial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Arial"/>
              </a:rPr>
              <a:t>The steps are the same for both. Only the data step changes.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Arial"/>
              </a:rPr>
              <a:t>An open-source library for training, running and exporting LLMs </a:t>
            </a:r>
            <a:r>
              <a:rPr sz="1600" b="1">
                <a:solidFill>
                  <a:srgbClr val="FFFFFF"/>
                </a:solidFill>
                <a:latin typeface="Arial"/>
              </a:rPr>
              <a:t>locally</a:t>
            </a:r>
            <a:r>
              <a:rPr sz="1600" b="0">
                <a:solidFill>
                  <a:srgbClr val="D8DADE"/>
                </a:solidFill>
                <a:latin typeface="Arial"/>
              </a:rPr>
              <a:t>, with less memory and in less time.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Arial"/>
              </a:rPr>
              <a:t>It builds on Hugging Face Transformers and TRL, so code you already have still works.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Arial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Arial"/>
              </a:rPr>
              <a:t>-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FFFFFF"/>
                </a:solidFill>
                <a:latin typeface="Arial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Arial"/>
              </a:rPr>
              <a:t>Unsloth</a:t>
            </a:r>
            <a:r>
              <a:rPr sz="1400" b="0" dirty="0">
                <a:solidFill>
                  <a:srgbClr val="D8DADE"/>
                </a:solidFill>
                <a:latin typeface="Arial"/>
              </a:rPr>
              <a:t> fits fifteen GRPO steps into about 12½ minutes on one Radeon PRO W7900D.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Arial"/>
              </a:rPr>
              <a:t>A game of Sudoku, a Radeon PRO W7900D, and a notebook you drive yourself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Arial"/>
              </a:rPr>
              <a:t>Sudoku means 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“single number”</a:t>
            </a:r>
            <a:r>
              <a:rPr sz="1700" b="0" dirty="0">
                <a:solidFill>
                  <a:srgbClr val="D8DADE"/>
                </a:solidFill>
                <a:latin typeface="Arial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Arial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26522"/>
                </a:solidFill>
                <a:latin typeface="Arial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A move is legal or it isn't.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0C2DE"/>
                </a:solidFill>
                <a:latin typeface="Arial"/>
              </a:rPr>
              <a:t>Partial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Points for code that runs, for each legal move, and most for a solve.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D1C24"/>
                </a:solidFill>
                <a:latin typeface="Arial"/>
              </a:rPr>
              <a:t>Hard to cheat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Imports are blocked and every run has a time limit.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The model writes a strategy function. The notebook plays it and scores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C2DE"/>
                </a:solidFill>
                <a:latin typeface="Consolas"/>
              </a:rPr>
              <a:t>notebooks.amd.com/workshop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Lands you on a Radeon PRO W7900D with 48 GB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  <p:sp>
        <p:nvSpPr>
          <p:cNvPr id="24" name="TextBox password"/>
          <p:cNvSpPr txBox="1"/>
          <p:nvPr/>
        </p:nvSpPr>
        <p:spPr>
          <a:xfrm>
            <a:off x="1426464" y="3136392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C2DE"/>
                </a:solidFill>
                <a:latin typeface="Consolas"/>
              </a:rPr>
              <a:t>workshop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Arial"/>
              </a:rPr>
              <a:t>Before you train, open a terminal in Jupyter and check that the GPU is </a:t>
            </a:r>
            <a:r>
              <a:rPr lang="en-US" sz="1500" b="0" dirty="0">
                <a:solidFill>
                  <a:srgbClr val="D8DADE"/>
                </a:solidFill>
                <a:latin typeface="Arial"/>
              </a:rPr>
              <a:t>visible</a:t>
            </a:r>
            <a:r>
              <a:rPr sz="1500" b="0" dirty="0">
                <a:solidFill>
                  <a:srgbClr val="D8DADE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C2DE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C2DE"/>
                </a:solidFill>
                <a:latin typeface="Consolas"/>
              </a:rPr>
              <a:t>rocm-smi</a:t>
            </a:r>
            <a:endParaRPr sz="1400" b="0" dirty="0">
              <a:solidFill>
                <a:srgbClr val="00C2DE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C2DE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C2DE"/>
                </a:solidFill>
                <a:latin typeface="Consolas"/>
              </a:rPr>
              <a:t>rocminfo</a:t>
            </a:r>
            <a:endParaRPr sz="1400" b="0" dirty="0">
              <a:solidFill>
                <a:srgbClr val="00C2DE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Arial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C2DE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Arial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GPU% stuck at 0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rocminfo lists the CPU as an agent too. The Radeon PRO W7900D is the agent named gfx1100.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Arial"/>
              </a:rPr>
              <a:t>Run cells top to bottom. Loading the model and the first generation are the slow parts.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C2DE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Arial"/>
              </a:rPr>
              <a:t> means still running, </a:t>
            </a:r>
            <a:r>
              <a:rPr sz="1200" b="0">
                <a:solidFill>
                  <a:srgbClr val="00C2DE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Arial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Second terminal tab running </a:t>
            </a:r>
            <a:r>
              <a:rPr sz="1200" b="0">
                <a:solidFill>
                  <a:srgbClr val="00C2DE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The warmup cell takes the first-generation cost before training starts.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Arial"/>
              </a:rPr>
              <a:t>Fifteen GRPO steps on the portal's Radeon PRO W7900D took about 12½ minutes.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Legal moves, out of 40, for each strategy the model wrote (two per step)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The step 13 strategy replayed on a new puzzle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C2DE"/>
                </a:solidFill>
                <a:latin typeface="Arial"/>
              </a:rPr>
              <a:t>•  </a:t>
            </a:r>
            <a:r>
              <a:rPr sz="1200">
                <a:solidFill>
                  <a:srgbClr val="D8DADE"/>
                </a:solidFill>
                <a:latin typeface="Arial"/>
              </a:rPr>
              <a:t>Most strategies make 27 to 36 legal moves, then guess wrong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C2DE"/>
                </a:solidFill>
                <a:latin typeface="Arial"/>
              </a:rPr>
              <a:t>•  </a:t>
            </a:r>
            <a:r>
              <a:rPr sz="1200">
                <a:solidFill>
                  <a:srgbClr val="D8DADE"/>
                </a:solidFill>
                <a:latin typeface="Arial"/>
              </a:rPr>
              <a:t>It never backtracks, so a solve is partly luck. Longer runs do better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19786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6C8CC"/>
                </a:solidFill>
                <a:latin typeface="Arial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19786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6C8CC"/>
                </a:solidFill>
                <a:latin typeface="Arial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904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49047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916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First generation is slow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6916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Kernels compile on first use. Run the warmup cell; later calls are faster.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29514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295144"/>
            <a:ext cx="64008" cy="65836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Reward stays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49631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The model isn't returning a Python code block. Re-run the prompt cell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0098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30098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Lower max_seq_length or lora_rank. num_generations is already at its minimum of 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90448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90448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10565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Training loss stays near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410565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Normal for GRPO. Watch the reward column instead.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70916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709160"/>
            <a:ext cx="64008" cy="65836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91032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91032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Run rocm-smi. If GPU% stays at 0, restart the kernel and run from the top.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51383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51383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71500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What to try 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71500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Raise max_steps, or resume from outputs/checkpoint-15 as the notebook shows.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Gemma 4 E2B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huggingface.co/unsloth/gemma-4-E2B-it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The model used today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notebooks.amd.com/workshop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Password: workshop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1_AMD Corporate Template_Dark">
  <a:themeElements>
    <a:clrScheme name="AMD Palet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C1A968"/>
      </a:accent3>
      <a:accent4>
        <a:srgbClr val="F26522"/>
      </a:accent4>
      <a:accent5>
        <a:srgbClr val="ED1C24"/>
      </a:accent5>
      <a:accent6>
        <a:srgbClr val="00C2DE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2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3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4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7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8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9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1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1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12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16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19.xml><?xml version="1.0" encoding="utf-8"?>
<TemplafySlideFormConfiguration><![CDATA[{"formFields":[],"formDataEntries":[]}]]></TemplafySlideFormConfiguration>
</file>

<file path=customXml/item20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3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28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32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3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FormConfiguration><![CDATA[{"formFields":[],"formDataEntries":[]}]]></TemplafySlideForm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FormConfiguration><![CDATA[{"formFields":[],"formDataEntries":[]}]]></TemplafySlideFormConfiguration>
</file>

<file path=customXml/item53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59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Props1.xml><?xml version="1.0" encoding="utf-8"?>
<ds:datastoreItem xmlns:ds="http://schemas.openxmlformats.org/officeDocument/2006/customXml" ds:itemID="{E4C8E36C-E4C3-4DF8-B9A8-546312449852}">
  <ds:schemaRefs/>
</ds:datastoreItem>
</file>

<file path=customXml/itemProps2.xml><?xml version="1.0" encoding="utf-8"?>
<ds:datastoreItem xmlns:ds="http://schemas.openxmlformats.org/officeDocument/2006/customXml" ds:itemID="{95AE8F77-448C-4B7C-8669-DC6D4241F9CE}">
  <ds:schemaRefs/>
</ds:datastoreItem>
</file>

<file path=customXml/itemProps3.xml><?xml version="1.0" encoding="utf-8"?>
<ds:datastoreItem xmlns:ds="http://schemas.openxmlformats.org/officeDocument/2006/customXml" ds:itemID="{1AB4A281-5EBA-4CA1-A536-6B29C98890B6}">
  <ds:schemaRefs/>
</ds:datastoreItem>
</file>

<file path=customXml/itemProps4.xml><?xml version="1.0" encoding="utf-8"?>
<ds:datastoreItem xmlns:ds="http://schemas.openxmlformats.org/officeDocument/2006/customXml" ds:itemID="{5265E46D-0749-47B1-8243-3C63764C0EFC}">
  <ds:schemaRefs/>
</ds:datastoreItem>
</file>

<file path=customXml/itemProps5.xml><?xml version="1.0" encoding="utf-8"?>
<ds:datastoreItem xmlns:ds="http://schemas.openxmlformats.org/officeDocument/2006/customXml" ds:itemID="{647B6612-4C79-45CE-9A32-14C2D37B46F1}">
  <ds:schemaRefs/>
</ds:datastoreItem>
</file>

<file path=customXml/itemProps6.xml><?xml version="1.0" encoding="utf-8"?>
<ds:datastoreItem xmlns:ds="http://schemas.openxmlformats.org/officeDocument/2006/customXml" ds:itemID="{AD9376BE-3D3E-4586-9139-069C1651B477}">
  <ds:schemaRefs/>
</ds:datastoreItem>
</file>

<file path=customXml/itemProps7.xml><?xml version="1.0" encoding="utf-8"?>
<ds:datastoreItem xmlns:ds="http://schemas.openxmlformats.org/officeDocument/2006/customXml" ds:itemID="{56B316EE-D9D1-44C3-8C00-AE433A63C836}">
  <ds:schemaRefs/>
</ds:datastoreItem>
</file>

<file path=customXml/itemProps8.xml><?xml version="1.0" encoding="utf-8"?>
<ds:datastoreItem xmlns:ds="http://schemas.openxmlformats.org/officeDocument/2006/customXml" ds:itemID="{921C0A0B-EE13-4908-9C41-3E7EDF526068}">
  <ds:schemaRefs/>
</ds:datastoreItem>
</file>

<file path=customXml/itemProps9.xml><?xml version="1.0" encoding="utf-8"?>
<ds:datastoreItem xmlns:ds="http://schemas.openxmlformats.org/officeDocument/2006/customXml" ds:itemID="{AC107CF9-7144-4997-BE7D-1990BE189C9A}">
  <ds:schemaRefs/>
</ds:datastoreItem>
</file>

<file path=customXml/itemProps10.xml><?xml version="1.0" encoding="utf-8"?>
<ds:datastoreItem xmlns:ds="http://schemas.openxmlformats.org/officeDocument/2006/customXml" ds:itemID="{EC53C6C7-14A0-4237-9C9A-FA78B37E53AB}">
  <ds:schemaRefs/>
</ds:datastoreItem>
</file>

<file path=customXml/itemProps11.xml><?xml version="1.0" encoding="utf-8"?>
<ds:datastoreItem xmlns:ds="http://schemas.openxmlformats.org/officeDocument/2006/customXml" ds:itemID="{00BD3ED4-8ED9-4359-B43B-2C197BC490D9}">
  <ds:schemaRefs/>
</ds:datastoreItem>
</file>

<file path=customXml/itemProps12.xml><?xml version="1.0" encoding="utf-8"?>
<ds:datastoreItem xmlns:ds="http://schemas.openxmlformats.org/officeDocument/2006/customXml" ds:itemID="{FC77B9F3-C094-489B-8C01-F272F0AF68C6}">
  <ds:schemaRefs/>
</ds:datastoreItem>
</file>

<file path=customXml/itemProps13.xml><?xml version="1.0" encoding="utf-8"?>
<ds:datastoreItem xmlns:ds="http://schemas.openxmlformats.org/officeDocument/2006/customXml" ds:itemID="{33C2836D-CD36-48F0-AE3F-D27BFE792AB7}">
  <ds:schemaRefs/>
</ds:datastoreItem>
</file>

<file path=customXml/itemProps14.xml><?xml version="1.0" encoding="utf-8"?>
<ds:datastoreItem xmlns:ds="http://schemas.openxmlformats.org/officeDocument/2006/customXml" ds:itemID="{30338C60-725E-4230-8732-6C1737FFCF6F}">
  <ds:schemaRefs/>
</ds:datastoreItem>
</file>

<file path=customXml/itemProps15.xml><?xml version="1.0" encoding="utf-8"?>
<ds:datastoreItem xmlns:ds="http://schemas.openxmlformats.org/officeDocument/2006/customXml" ds:itemID="{2BC0DC1D-8D15-4194-9A1A-EDACA544CFA6}">
  <ds:schemaRefs/>
</ds:datastoreItem>
</file>

<file path=customXml/itemProps16.xml><?xml version="1.0" encoding="utf-8"?>
<ds:datastoreItem xmlns:ds="http://schemas.openxmlformats.org/officeDocument/2006/customXml" ds:itemID="{3915BD4A-04C4-49F2-B0B9-3E7D336EC799}">
  <ds:schemaRefs/>
</ds:datastoreItem>
</file>

<file path=customXml/itemProps17.xml><?xml version="1.0" encoding="utf-8"?>
<ds:datastoreItem xmlns:ds="http://schemas.openxmlformats.org/officeDocument/2006/customXml" ds:itemID="{C5DD1971-334A-45E9-9D2B-FB6BD8AAE58A}">
  <ds:schemaRefs/>
</ds:datastoreItem>
</file>

<file path=customXml/itemProps18.xml><?xml version="1.0" encoding="utf-8"?>
<ds:datastoreItem xmlns:ds="http://schemas.openxmlformats.org/officeDocument/2006/customXml" ds:itemID="{1D3A887C-FC1C-482E-BE66-F9B66B0A6227}">
  <ds:schemaRefs/>
</ds:datastoreItem>
</file>

<file path=customXml/itemProps19.xml><?xml version="1.0" encoding="utf-8"?>
<ds:datastoreItem xmlns:ds="http://schemas.openxmlformats.org/officeDocument/2006/customXml" ds:itemID="{162E1B2B-387B-423C-8FB0-129D0EE7DD83}">
  <ds:schemaRefs/>
</ds:datastoreItem>
</file>

<file path=customXml/itemProps20.xml><?xml version="1.0" encoding="utf-8"?>
<ds:datastoreItem xmlns:ds="http://schemas.openxmlformats.org/officeDocument/2006/customXml" ds:itemID="{CAFED163-E143-4EEB-A735-81C1226AD9B4}">
  <ds:schemaRefs/>
</ds:datastoreItem>
</file>

<file path=customXml/itemProps21.xml><?xml version="1.0" encoding="utf-8"?>
<ds:datastoreItem xmlns:ds="http://schemas.openxmlformats.org/officeDocument/2006/customXml" ds:itemID="{F82E9EAE-C942-4F71-8479-8192B35558E2}">
  <ds:schemaRefs/>
</ds:datastoreItem>
</file>

<file path=customXml/itemProps22.xml><?xml version="1.0" encoding="utf-8"?>
<ds:datastoreItem xmlns:ds="http://schemas.openxmlformats.org/officeDocument/2006/customXml" ds:itemID="{6291F803-2EF0-4E47-96D6-4796950CE6BD}">
  <ds:schemaRefs/>
</ds:datastoreItem>
</file>

<file path=customXml/itemProps23.xml><?xml version="1.0" encoding="utf-8"?>
<ds:datastoreItem xmlns:ds="http://schemas.openxmlformats.org/officeDocument/2006/customXml" ds:itemID="{6B831CAE-95E4-452E-B3C5-B76AAD78A52A}">
  <ds:schemaRefs/>
</ds:datastoreItem>
</file>

<file path=customXml/itemProps24.xml><?xml version="1.0" encoding="utf-8"?>
<ds:datastoreItem xmlns:ds="http://schemas.openxmlformats.org/officeDocument/2006/customXml" ds:itemID="{682BF6E6-8993-4A0E-A615-E24230C37DAC}">
  <ds:schemaRefs/>
</ds:datastoreItem>
</file>

<file path=customXml/itemProps25.xml><?xml version="1.0" encoding="utf-8"?>
<ds:datastoreItem xmlns:ds="http://schemas.openxmlformats.org/officeDocument/2006/customXml" ds:itemID="{CBB24767-B696-4303-95AD-C1F5811D028F}">
  <ds:schemaRefs/>
</ds:datastoreItem>
</file>

<file path=customXml/itemProps26.xml><?xml version="1.0" encoding="utf-8"?>
<ds:datastoreItem xmlns:ds="http://schemas.openxmlformats.org/officeDocument/2006/customXml" ds:itemID="{B7066F7B-EA61-4071-B961-E1FA19724DC0}">
  <ds:schemaRefs/>
</ds:datastoreItem>
</file>

<file path=customXml/itemProps27.xml><?xml version="1.0" encoding="utf-8"?>
<ds:datastoreItem xmlns:ds="http://schemas.openxmlformats.org/officeDocument/2006/customXml" ds:itemID="{915452D2-9D6B-41D9-99FD-4D1CF211FA39}">
  <ds:schemaRefs/>
</ds:datastoreItem>
</file>

<file path=customXml/itemProps28.xml><?xml version="1.0" encoding="utf-8"?>
<ds:datastoreItem xmlns:ds="http://schemas.openxmlformats.org/officeDocument/2006/customXml" ds:itemID="{1669606D-CDD4-43E6-985A-81776140D176}">
  <ds:schemaRefs/>
</ds:datastoreItem>
</file>

<file path=customXml/itemProps29.xml><?xml version="1.0" encoding="utf-8"?>
<ds:datastoreItem xmlns:ds="http://schemas.openxmlformats.org/officeDocument/2006/customXml" ds:itemID="{7BAA13C3-64B7-4D7A-BA49-B0CCD43E2049}">
  <ds:schemaRefs/>
</ds:datastoreItem>
</file>

<file path=customXml/itemProps30.xml><?xml version="1.0" encoding="utf-8"?>
<ds:datastoreItem xmlns:ds="http://schemas.openxmlformats.org/officeDocument/2006/customXml" ds:itemID="{E3B787A2-A83F-4E87-A90A-111C61F62E24}">
  <ds:schemaRefs/>
</ds:datastoreItem>
</file>

<file path=customXml/itemProps31.xml><?xml version="1.0" encoding="utf-8"?>
<ds:datastoreItem xmlns:ds="http://schemas.openxmlformats.org/officeDocument/2006/customXml" ds:itemID="{43BC5722-1D5B-4915-8247-E6D5F513E549}">
  <ds:schemaRefs/>
</ds:datastoreItem>
</file>

<file path=customXml/itemProps32.xml><?xml version="1.0" encoding="utf-8"?>
<ds:datastoreItem xmlns:ds="http://schemas.openxmlformats.org/officeDocument/2006/customXml" ds:itemID="{0C0AD6D7-0AAB-4CF7-9869-E9E315BAF875}">
  <ds:schemaRefs/>
</ds:datastoreItem>
</file>

<file path=customXml/itemProps33.xml><?xml version="1.0" encoding="utf-8"?>
<ds:datastoreItem xmlns:ds="http://schemas.openxmlformats.org/officeDocument/2006/customXml" ds:itemID="{8C320EF3-E45D-49A1-86A9-B0DA20C7CC04}">
  <ds:schemaRefs/>
</ds:datastoreItem>
</file>

<file path=customXml/itemProps34.xml><?xml version="1.0" encoding="utf-8"?>
<ds:datastoreItem xmlns:ds="http://schemas.openxmlformats.org/officeDocument/2006/customXml" ds:itemID="{2A1B10AF-5356-4D21-9E16-9423E20937FC}">
  <ds:schemaRefs/>
</ds:datastoreItem>
</file>

<file path=customXml/itemProps35.xml><?xml version="1.0" encoding="utf-8"?>
<ds:datastoreItem xmlns:ds="http://schemas.openxmlformats.org/officeDocument/2006/customXml" ds:itemID="{1BCEDA00-0BCE-4F19-A380-8AED6A66E762}">
  <ds:schemaRefs/>
</ds:datastoreItem>
</file>

<file path=customXml/itemProps36.xml><?xml version="1.0" encoding="utf-8"?>
<ds:datastoreItem xmlns:ds="http://schemas.openxmlformats.org/officeDocument/2006/customXml" ds:itemID="{6A0018E2-8AA5-4CE6-A43B-7E69D37BB663}">
  <ds:schemaRefs/>
</ds:datastoreItem>
</file>

<file path=customXml/itemProps37.xml><?xml version="1.0" encoding="utf-8"?>
<ds:datastoreItem xmlns:ds="http://schemas.openxmlformats.org/officeDocument/2006/customXml" ds:itemID="{9DF1E77E-93BB-43A3-BEC8-6478C2794FA6}">
  <ds:schemaRefs/>
</ds:datastoreItem>
</file>

<file path=customXml/itemProps38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3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0.xml><?xml version="1.0" encoding="utf-8"?>
<ds:datastoreItem xmlns:ds="http://schemas.openxmlformats.org/officeDocument/2006/customXml" ds:itemID="{08BA5A9A-BB8B-4F8E-93CD-455474EF7276}">
  <ds:schemaRefs/>
</ds:datastoreItem>
</file>

<file path=customXml/itemProps41.xml><?xml version="1.0" encoding="utf-8"?>
<ds:datastoreItem xmlns:ds="http://schemas.openxmlformats.org/officeDocument/2006/customXml" ds:itemID="{A20E27A4-6C3C-428D-ADE7-7DC089C0CD46}">
  <ds:schemaRefs/>
</ds:datastoreItem>
</file>

<file path=customXml/itemProps42.xml><?xml version="1.0" encoding="utf-8"?>
<ds:datastoreItem xmlns:ds="http://schemas.openxmlformats.org/officeDocument/2006/customXml" ds:itemID="{C67D3CDE-4F82-4339-9EA4-1EEE33A61958}">
  <ds:schemaRefs/>
</ds:datastoreItem>
</file>

<file path=customXml/itemProps43.xml><?xml version="1.0" encoding="utf-8"?>
<ds:datastoreItem xmlns:ds="http://schemas.openxmlformats.org/officeDocument/2006/customXml" ds:itemID="{56A99A3E-A648-468D-B568-4C0AD8B35441}">
  <ds:schemaRefs/>
</ds:datastoreItem>
</file>

<file path=customXml/itemProps44.xml><?xml version="1.0" encoding="utf-8"?>
<ds:datastoreItem xmlns:ds="http://schemas.openxmlformats.org/officeDocument/2006/customXml" ds:itemID="{AE04A922-1222-46EA-85D1-620CD08A927B}">
  <ds:schemaRefs/>
</ds:datastoreItem>
</file>

<file path=customXml/itemProps45.xml><?xml version="1.0" encoding="utf-8"?>
<ds:datastoreItem xmlns:ds="http://schemas.openxmlformats.org/officeDocument/2006/customXml" ds:itemID="{00121D97-98F5-4946-8A5D-87D090F11338}">
  <ds:schemaRefs/>
</ds:datastoreItem>
</file>

<file path=customXml/itemProps46.xml><?xml version="1.0" encoding="utf-8"?>
<ds:datastoreItem xmlns:ds="http://schemas.openxmlformats.org/officeDocument/2006/customXml" ds:itemID="{65B44A9F-1851-42AC-AD3C-FFC343A07D3A}">
  <ds:schemaRefs/>
</ds:datastoreItem>
</file>

<file path=customXml/itemProps47.xml><?xml version="1.0" encoding="utf-8"?>
<ds:datastoreItem xmlns:ds="http://schemas.openxmlformats.org/officeDocument/2006/customXml" ds:itemID="{7C5C44AF-FBA1-4FF3-8C07-71728D2581FD}">
  <ds:schemaRefs/>
</ds:datastoreItem>
</file>

<file path=customXml/itemProps48.xml><?xml version="1.0" encoding="utf-8"?>
<ds:datastoreItem xmlns:ds="http://schemas.openxmlformats.org/officeDocument/2006/customXml" ds:itemID="{2EF89111-4289-441B-97BD-A2D8E126532F}">
  <ds:schemaRefs/>
</ds:datastoreItem>
</file>

<file path=customXml/itemProps49.xml><?xml version="1.0" encoding="utf-8"?>
<ds:datastoreItem xmlns:ds="http://schemas.openxmlformats.org/officeDocument/2006/customXml" ds:itemID="{25EDB0A7-1862-4F58-81F8-88FFEB27A481}">
  <ds:schemaRefs/>
</ds:datastoreItem>
</file>

<file path=customXml/itemProps50.xml><?xml version="1.0" encoding="utf-8"?>
<ds:datastoreItem xmlns:ds="http://schemas.openxmlformats.org/officeDocument/2006/customXml" ds:itemID="{988BE19C-289C-4D51-AC33-2691C170DBEA}">
  <ds:schemaRefs/>
</ds:datastoreItem>
</file>

<file path=customXml/itemProps51.xml><?xml version="1.0" encoding="utf-8"?>
<ds:datastoreItem xmlns:ds="http://schemas.openxmlformats.org/officeDocument/2006/customXml" ds:itemID="{75BD4175-2A6A-457D-B03C-89D272FF4835}">
  <ds:schemaRefs/>
</ds:datastoreItem>
</file>

<file path=customXml/itemProps52.xml><?xml version="1.0" encoding="utf-8"?>
<ds:datastoreItem xmlns:ds="http://schemas.openxmlformats.org/officeDocument/2006/customXml" ds:itemID="{DDCC6A1B-7673-40E9-AC3E-C0D8F2784A83}">
  <ds:schemaRefs/>
</ds:datastoreItem>
</file>

<file path=customXml/itemProps53.xml><?xml version="1.0" encoding="utf-8"?>
<ds:datastoreItem xmlns:ds="http://schemas.openxmlformats.org/officeDocument/2006/customXml" ds:itemID="{C89A946A-C258-4267-A263-69DA8374B547}">
  <ds:schemaRefs/>
</ds:datastoreItem>
</file>

<file path=customXml/itemProps54.xml><?xml version="1.0" encoding="utf-8"?>
<ds:datastoreItem xmlns:ds="http://schemas.openxmlformats.org/officeDocument/2006/customXml" ds:itemID="{D4B66AC3-71C4-4908-9595-93E8B8D76E97}">
  <ds:schemaRefs/>
</ds:datastoreItem>
</file>

<file path=customXml/itemProps55.xml><?xml version="1.0" encoding="utf-8"?>
<ds:datastoreItem xmlns:ds="http://schemas.openxmlformats.org/officeDocument/2006/customXml" ds:itemID="{3D719615-E8C3-42D3-B19D-076A1FC4620D}">
  <ds:schemaRefs/>
</ds:datastoreItem>
</file>

<file path=customXml/itemProps56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57.xml><?xml version="1.0" encoding="utf-8"?>
<ds:datastoreItem xmlns:ds="http://schemas.openxmlformats.org/officeDocument/2006/customXml" ds:itemID="{0A230136-8CEC-4C29-A55A-F5FA83CA887A}">
  <ds:schemaRefs/>
</ds:datastoreItem>
</file>

<file path=customXml/itemProps58.xml><?xml version="1.0" encoding="utf-8"?>
<ds:datastoreItem xmlns:ds="http://schemas.openxmlformats.org/officeDocument/2006/customXml" ds:itemID="{BE3BB7DD-0C86-4747-A387-5C5D191BB970}">
  <ds:schemaRefs/>
</ds:datastoreItem>
</file>

<file path=customXml/itemProps59.xml><?xml version="1.0" encoding="utf-8"?>
<ds:datastoreItem xmlns:ds="http://schemas.openxmlformats.org/officeDocument/2006/customXml" ds:itemID="{7FD631D3-3AB7-43F0-9FCE-6F65E4127A72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364650BF-04B4-4ADF-AE61-286BFE5AF2AD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1687</Words>
  <Application>Microsoft Office PowerPoint</Application>
  <PresentationFormat>Widescreen</PresentationFormat>
  <Paragraphs>225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Consolas</vt:lpstr>
      <vt:lpstr>Klavika Regular</vt:lpstr>
      <vt:lpstr>Segoe UI</vt:lpstr>
      <vt:lpstr>1_AMD Corporate Template_Dark</vt:lpstr>
      <vt:lpstr>PowerPoint Presentation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44</cp:revision>
  <cp:lastPrinted>2020-04-30T18:59:47Z</cp:lastPrinted>
  <dcterms:created xsi:type="dcterms:W3CDTF">2021-04-19T14:31:00Z</dcterms:created>
  <dcterms:modified xsi:type="dcterms:W3CDTF">2026-10-16T21:32:40Z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
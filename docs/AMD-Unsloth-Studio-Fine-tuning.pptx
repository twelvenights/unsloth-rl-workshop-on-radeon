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63" Type="http://schemas.openxmlformats.org/officeDocument/2006/relationships/slide" Target="slides/slide1.xml"/><Relationship Id="rId64" Type="http://schemas.openxmlformats.org/officeDocument/2006/relationships/slide" Target="slides/slide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7.xml"/><Relationship Id="rId70" Type="http://schemas.openxmlformats.org/officeDocument/2006/relationships/slide" Target="slides/slide8.xml"/><Relationship Id="rId71" Type="http://schemas.openxmlformats.org/officeDocument/2006/relationships/slide" Target="slides/slide9.xml"/><Relationship Id="rId72" Type="http://schemas.openxmlformats.org/officeDocument/2006/relationships/slide" Target="slides/slide10.xml"/><Relationship Id="rId73" Type="http://schemas.openxmlformats.org/officeDocument/2006/relationships/slide" Target="slides/slide11.xml"/><Relationship Id="rId74" Type="http://schemas.openxmlformats.org/officeDocument/2006/relationships/slide" Target="slides/slide12.xml"/><Relationship Id="rId75" Type="http://schemas.openxmlformats.org/officeDocument/2006/relationships/slide" Target="slides/slide13.xml"/><Relationship Id="rId76" Type="http://schemas.openxmlformats.org/officeDocument/2006/relationships/slide" Target="slides/slide14.xml"/><Relationship Id="rId77" Type="http://schemas.openxmlformats.org/officeDocument/2006/relationships/slide" Target="slides/slide15.xml"/><Relationship Id="rId78" Type="http://schemas.openxmlformats.org/officeDocument/2006/relationships/slide" Target="slides/slide16.xml"/><Relationship Id="rId79" Type="http://schemas.openxmlformats.org/officeDocument/2006/relationships/slide" Target="slides/slide17.xml"/><Relationship Id="rId80" Type="http://schemas.openxmlformats.org/officeDocument/2006/relationships/slide" Target="slides/slide18.xml"/><Relationship Id="rId81" Type="http://schemas.openxmlformats.org/officeDocument/2006/relationships/slide" Target="slides/slide19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commentAuthors" Target="commentAuthors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10:09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10:07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image" Target="../media/image11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15.png"/><Relationship Id="rId5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 dirty="0">
                <a:solidFill>
                  <a:srgbClr val="FFFFFF"/>
                </a:solidFill>
                <a:latin typeface="Klavika Bold"/>
              </a:rPr>
              <a:t>AMD </a:t>
            </a:r>
            <a:r>
              <a:rPr sz="4000" b="0" dirty="0" err="1">
                <a:solidFill>
                  <a:srgbClr val="FFFFFF"/>
                </a:solidFill>
                <a:latin typeface="Klavika Bold"/>
              </a:rPr>
              <a:t>Unsloth</a:t>
            </a:r>
            <a:r>
              <a:rPr sz="4000" b="0" dirty="0">
                <a:solidFill>
                  <a:srgbClr val="FFFFFF"/>
                </a:solidFill>
                <a:latin typeface="Klavika Bold"/>
              </a:rPr>
              <a:t> Studio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350260" y="3875650"/>
            <a:ext cx="6244332" cy="246221"/>
          </a:xfrm>
        </p:spPr>
        <p:txBody>
          <a:bodyPr/>
          <a:lstStyle/>
          <a:p>
            <a:r>
              <a:rPr lang="en-US" sz="1600" b="0" dirty="0">
                <a:solidFill>
                  <a:srgbClr val="C6C8CC"/>
                </a:solidFill>
                <a:latin typeface="Klavika Medium"/>
              </a:rPr>
              <a:t>Eddie Zhou</a:t>
            </a:r>
            <a:endParaRPr sz="1600" b="0" dirty="0">
              <a:solidFill>
                <a:srgbClr val="C6C8CC"/>
              </a:solidFill>
              <a:latin typeface="Klavik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Klavika Light"/>
              </a:rPr>
              <a:t>notebooks.amd.com/</a:t>
            </a:r>
            <a:r>
              <a:rPr sz="2000" b="0" dirty="0" err="1">
                <a:solidFill>
                  <a:srgbClr val="C6C8CC"/>
                </a:solidFill>
                <a:latin typeface="Klavika Light"/>
              </a:rPr>
              <a:t>ind</a:t>
            </a:r>
            <a:r>
              <a:rPr sz="2000" b="0" dirty="0">
                <a:solidFill>
                  <a:srgbClr val="C6C8CC"/>
                </a:solidFill>
                <a:latin typeface="Klavika Light"/>
              </a:rPr>
              <a:t>-dev</a:t>
            </a:r>
          </a:p>
          <a:p>
            <a:r>
              <a:rPr sz="2400" b="1" dirty="0">
                <a:solidFill>
                  <a:srgbClr val="FFFFFF"/>
                </a:solidFill>
                <a:latin typeface="Klavika Bold"/>
              </a:rPr>
              <a:t>Password:  </a:t>
            </a:r>
            <a:r>
              <a:rPr sz="2400" b="1" dirty="0" err="1">
                <a:solidFill>
                  <a:srgbClr val="FFFFFF"/>
                </a:solidFill>
                <a:latin typeface="Klavika Bold"/>
              </a:rPr>
              <a:t>RadeonUnslothTuning</a:t>
            </a:r>
            <a:endParaRPr sz="2400" b="1" dirty="0">
              <a:solidFill>
                <a:srgbClr val="FFFFFF"/>
              </a:solidFill>
              <a:latin typeface="Klavika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dirty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supervised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in Studio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Train, compare, score, 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SFT learns from examples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z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.</a:t>
            </a:r>
            <a:endParaRPr sz="1250" b="0" dirty="0">
              <a:solidFill>
                <a:srgbClr val="D8DADE"/>
              </a:solidFill>
              <a:latin typeface="Klavika Regula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Klavika Regular"/>
              </a:rPr>
              <a:t> than stuffing everything into a giant prompt or paying for an even bigger model. </a:t>
            </a:r>
            <a:r>
              <a:rPr sz="1450" b="1" dirty="0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are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ed</a:t>
            </a:r>
            <a:endParaRPr sz="1350" dirty="0">
              <a:solidFill>
                <a:srgbClr val="D8DADE"/>
              </a:solidFill>
              <a:latin typeface="Klavika Regular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Klavika Regular"/>
              </a:rPr>
              <a:t>LoRA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Klavika Regular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-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Klavika Regular"/>
              </a:rPr>
              <a:t>Unsloth Studio</a:t>
            </a:r>
            <a:r>
              <a:rPr sz="1400" b="0" dirty="0">
                <a:solidFill>
                  <a:srgbClr val="D8DADE"/>
                </a:solidFill>
                <a:latin typeface="Klavika Regular"/>
              </a:rPr>
              <a:t> puts the whole loop in a browser tab: pick a model, upload data, train, chat, export. No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Support tickets to JSON, an AMD Radeon GPU, and Unsloth Studio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Messy text in,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structured data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out.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Customers write however they like. The ticket system needs the same seven fields, in the same format, every 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Every field is right or wrong. Score it with code.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Teaches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One-line prompt in, exact schema out. No rules in the prompt.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Real 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“Not the model I ordered” means wrong_item. Dates and amounts get normalized.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A held-out message and the fine-tuned model’s answer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notebooks.amd.com/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>ind</a:t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>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Open a terminal inside Jupyter and confirm the GPU is </a:t>
            </a:r>
            <a:r>
              <a:rPr lang="en-US" sz="1500" b="0" dirty="0">
                <a:solidFill>
                  <a:srgbClr val="D8DADE"/>
                </a:solidFill>
                <a:latin typeface="Klavika Regular"/>
              </a:rPr>
              <a:t>available </a:t>
            </a:r>
            <a:r>
              <a:rPr sz="1500" b="0" dirty="0">
                <a:solidFill>
                  <a:srgbClr val="D8DADE"/>
                </a:solidFill>
                <a:latin typeface="Klavika Regular"/>
              </a:rPr>
              <a:t>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rocm-smi</a:t>
            </a:r>
            <a:endParaRPr sz="1400" b="0" dirty="0">
              <a:solidFill>
                <a:srgbClr val="00A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$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rocminfo</a:t>
            </a:r>
            <a:endParaRPr sz="1400" b="0" dirty="0">
              <a:solidFill>
                <a:srgbClr val="00A8CC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Four steps on the Train page.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Pick model and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unsloth/Qwen3.5-2B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, method </a:t>
            </a:r>
            <a:r>
              <a:rPr sz="1200" b="0">
                <a:solidFill>
                  <a:srgbClr val="00A8CC"/>
                </a:solidFill>
                <a:latin typeface="Consolas"/>
              </a:rPr>
              <a:t>LoRA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Upload the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support_tickets_train.jsonl. View dataset should say ChatML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Set 30 steps, then Start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Watch the loss chart, and the GPU in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Compare in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Thinking off, then paste a held-out message. Base and fine-tuned answer side by 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Thirty SFT steps on a Radeon GPU, and the model speaks your schema.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30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Loss and gradient norm per step, straight from Studio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Fine-tuned answer to a held-out message, in exactly the schema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Loss drops in the first 15 steps, then flattens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Held-out tickets exactly right on a Ryzen AI Max: 63% with a schema prompt, 97% fine-tuned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Dataset not read as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View dataset should say ChatML. Upload the .jsonl from data/ as 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Fine-tuned answers ramble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Turn Thinking off in Chat. Still rambling? Train more steps.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fails at step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Read the error in Current Run. A mismatched Triton install is a common cause.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next experiment?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Your own JSONL with a messages column, or a bigger model like Qwen3.5-9B.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Qwen3.5-2B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huggingface.co/unsloth/Qwen3.5-2B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model we fine-tune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FormConfiguration><![CDATA[{"formFields":[],"formDataEntries":[]}]]></TemplafySlideFormConfiguration>
</file>

<file path=customXml/item2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4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3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3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8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5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00BD3ED4-8ED9-4359-B43B-2C197BC490D9}">
  <ds:schemaRefs/>
</ds:datastoreItem>
</file>

<file path=customXml/itemProps2.xml><?xml version="1.0" encoding="utf-8"?>
<ds:datastoreItem xmlns:ds="http://schemas.openxmlformats.org/officeDocument/2006/customXml" ds:itemID="{08BA5A9A-BB8B-4F8E-93CD-455474EF7276}">
  <ds:schemaRefs/>
</ds:datastoreItem>
</file>

<file path=customXml/itemProps3.xml><?xml version="1.0" encoding="utf-8"?>
<ds:datastoreItem xmlns:ds="http://schemas.openxmlformats.org/officeDocument/2006/customXml" ds:itemID="{0A230136-8CEC-4C29-A55A-F5FA83CA887A}">
  <ds:schemaRefs/>
</ds:datastoreItem>
</file>

<file path=customXml/itemProps4.xml><?xml version="1.0" encoding="utf-8"?>
<ds:datastoreItem xmlns:ds="http://schemas.openxmlformats.org/officeDocument/2006/customXml" ds:itemID="{33C2836D-CD36-48F0-AE3F-D27BFE792AB7}">
  <ds:schemaRefs/>
</ds:datastoreItem>
</file>

<file path=customXml/itemProps5.xml><?xml version="1.0" encoding="utf-8"?>
<ds:datastoreItem xmlns:ds="http://schemas.openxmlformats.org/officeDocument/2006/customXml" ds:itemID="{988BE19C-289C-4D51-AC33-2691C170DBEA}">
  <ds:schemaRefs/>
</ds:datastoreItem>
</file>

<file path=customXml/itemProps6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7.xml><?xml version="1.0" encoding="utf-8"?>
<ds:datastoreItem xmlns:ds="http://schemas.openxmlformats.org/officeDocument/2006/customXml" ds:itemID="{C5DD1971-334A-45E9-9D2B-FB6BD8AAE58A}">
  <ds:schemaRefs/>
</ds:datastoreItem>
</file>

<file path=customXml/itemProps8.xml><?xml version="1.0" encoding="utf-8"?>
<ds:datastoreItem xmlns:ds="http://schemas.openxmlformats.org/officeDocument/2006/customXml" ds:itemID="{CAFED163-E143-4EEB-A735-81C1226AD9B4}">
  <ds:schemaRefs/>
</ds:datastoreItem>
</file>

<file path=customXml/itemProps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6B831CAE-95E4-452E-B3C5-B76AAD78A52A}">
  <ds:schemaRefs/>
</ds:datastoreItem>
</file>

<file path=customXml/itemProps11.xml><?xml version="1.0" encoding="utf-8"?>
<ds:datastoreItem xmlns:ds="http://schemas.openxmlformats.org/officeDocument/2006/customXml" ds:itemID="{75BD4175-2A6A-457D-B03C-89D272FF4835}">
  <ds:schemaRefs/>
</ds:datastoreItem>
</file>

<file path=customXml/itemProps12.xml><?xml version="1.0" encoding="utf-8"?>
<ds:datastoreItem xmlns:ds="http://schemas.openxmlformats.org/officeDocument/2006/customXml" ds:itemID="{B7066F7B-EA61-4071-B961-E1FA19724DC0}">
  <ds:schemaRefs/>
</ds:datastoreItem>
</file>

<file path=customXml/itemProps13.xml><?xml version="1.0" encoding="utf-8"?>
<ds:datastoreItem xmlns:ds="http://schemas.openxmlformats.org/officeDocument/2006/customXml" ds:itemID="{3D719615-E8C3-42D3-B19D-076A1FC4620D}">
  <ds:schemaRefs/>
</ds:datastoreItem>
</file>

<file path=customXml/itemProps14.xml><?xml version="1.0" encoding="utf-8"?>
<ds:datastoreItem xmlns:ds="http://schemas.openxmlformats.org/officeDocument/2006/customXml" ds:itemID="{56A99A3E-A648-468D-B568-4C0AD8B35441}">
  <ds:schemaRefs/>
</ds:datastoreItem>
</file>

<file path=customXml/itemProps15.xml><?xml version="1.0" encoding="utf-8"?>
<ds:datastoreItem xmlns:ds="http://schemas.openxmlformats.org/officeDocument/2006/customXml" ds:itemID="{1AB4A281-5EBA-4CA1-A536-6B29C98890B6}">
  <ds:schemaRefs/>
</ds:datastoreItem>
</file>

<file path=customXml/itemProps16.xml><?xml version="1.0" encoding="utf-8"?>
<ds:datastoreItem xmlns:ds="http://schemas.openxmlformats.org/officeDocument/2006/customXml" ds:itemID="{7BAA13C3-64B7-4D7A-BA49-B0CCD43E2049}">
  <ds:schemaRefs/>
</ds:datastoreItem>
</file>

<file path=customXml/itemProps17.xml><?xml version="1.0" encoding="utf-8"?>
<ds:datastoreItem xmlns:ds="http://schemas.openxmlformats.org/officeDocument/2006/customXml" ds:itemID="{7FD631D3-3AB7-43F0-9FCE-6F65E4127A72}">
  <ds:schemaRefs/>
</ds:datastoreItem>
</file>

<file path=customXml/itemProps18.xml><?xml version="1.0" encoding="utf-8"?>
<ds:datastoreItem xmlns:ds="http://schemas.openxmlformats.org/officeDocument/2006/customXml" ds:itemID="{682BF6E6-8993-4A0E-A615-E24230C37DAC}">
  <ds:schemaRefs/>
</ds:datastoreItem>
</file>

<file path=customXml/itemProps19.xml><?xml version="1.0" encoding="utf-8"?>
<ds:datastoreItem xmlns:ds="http://schemas.openxmlformats.org/officeDocument/2006/customXml" ds:itemID="{3915BD4A-04C4-49F2-B0B9-3E7D336EC799}">
  <ds:schemaRefs/>
</ds:datastoreItem>
</file>

<file path=customXml/itemProps20.xml><?xml version="1.0" encoding="utf-8"?>
<ds:datastoreItem xmlns:ds="http://schemas.openxmlformats.org/officeDocument/2006/customXml" ds:itemID="{EC53C6C7-14A0-4237-9C9A-FA78B37E53AB}">
  <ds:schemaRefs/>
</ds:datastoreItem>
</file>

<file path=customXml/itemProps21.xml><?xml version="1.0" encoding="utf-8"?>
<ds:datastoreItem xmlns:ds="http://schemas.openxmlformats.org/officeDocument/2006/customXml" ds:itemID="{CBB24767-B696-4303-95AD-C1F5811D028F}">
  <ds:schemaRefs/>
</ds:datastoreItem>
</file>

<file path=customXml/itemProps22.xml><?xml version="1.0" encoding="utf-8"?>
<ds:datastoreItem xmlns:ds="http://schemas.openxmlformats.org/officeDocument/2006/customXml" ds:itemID="{9DF1E77E-93BB-43A3-BEC8-6478C2794FA6}">
  <ds:schemaRefs/>
</ds:datastoreItem>
</file>

<file path=customXml/itemProps23.xml><?xml version="1.0" encoding="utf-8"?>
<ds:datastoreItem xmlns:ds="http://schemas.openxmlformats.org/officeDocument/2006/customXml" ds:itemID="{6291F803-2EF0-4E47-96D6-4796950CE6BD}">
  <ds:schemaRefs/>
</ds:datastoreItem>
</file>

<file path=customXml/itemProps24.xml><?xml version="1.0" encoding="utf-8"?>
<ds:datastoreItem xmlns:ds="http://schemas.openxmlformats.org/officeDocument/2006/customXml" ds:itemID="{1669606D-CDD4-43E6-985A-81776140D176}">
  <ds:schemaRefs/>
</ds:datastoreItem>
</file>

<file path=customXml/itemProps25.xml><?xml version="1.0" encoding="utf-8"?>
<ds:datastoreItem xmlns:ds="http://schemas.openxmlformats.org/officeDocument/2006/customXml" ds:itemID="{AC107CF9-7144-4997-BE7D-1990BE189C9A}">
  <ds:schemaRefs/>
</ds:datastoreItem>
</file>

<file path=customXml/itemProps26.xml><?xml version="1.0" encoding="utf-8"?>
<ds:datastoreItem xmlns:ds="http://schemas.openxmlformats.org/officeDocument/2006/customXml" ds:itemID="{AD9376BE-3D3E-4586-9139-069C1651B477}">
  <ds:schemaRefs/>
</ds:datastoreItem>
</file>

<file path=customXml/itemProps27.xml><?xml version="1.0" encoding="utf-8"?>
<ds:datastoreItem xmlns:ds="http://schemas.openxmlformats.org/officeDocument/2006/customXml" ds:itemID="{95AE8F77-448C-4B7C-8669-DC6D4241F9CE}">
  <ds:schemaRefs/>
</ds:datastoreItem>
</file>

<file path=customXml/itemProps28.xml><?xml version="1.0" encoding="utf-8"?>
<ds:datastoreItem xmlns:ds="http://schemas.openxmlformats.org/officeDocument/2006/customXml" ds:itemID="{7C5C44AF-FBA1-4FF3-8C07-71728D2581FD}">
  <ds:schemaRefs/>
</ds:datastoreItem>
</file>

<file path=customXml/itemProps29.xml><?xml version="1.0" encoding="utf-8"?>
<ds:datastoreItem xmlns:ds="http://schemas.openxmlformats.org/officeDocument/2006/customXml" ds:itemID="{647B6612-4C79-45CE-9A32-14C2D37B46F1}">
  <ds:schemaRefs/>
</ds:datastoreItem>
</file>

<file path=customXml/itemProps30.xml><?xml version="1.0" encoding="utf-8"?>
<ds:datastoreItem xmlns:ds="http://schemas.openxmlformats.org/officeDocument/2006/customXml" ds:itemID="{162E1B2B-387B-423C-8FB0-129D0EE7DD83}">
  <ds:schemaRefs/>
</ds:datastoreItem>
</file>

<file path=customXml/itemProps31.xml><?xml version="1.0" encoding="utf-8"?>
<ds:datastoreItem xmlns:ds="http://schemas.openxmlformats.org/officeDocument/2006/customXml" ds:itemID="{65B44A9F-1851-42AC-AD3C-FFC343A07D3A}">
  <ds:schemaRefs/>
</ds:datastoreItem>
</file>

<file path=customXml/itemProps32.xml><?xml version="1.0" encoding="utf-8"?>
<ds:datastoreItem xmlns:ds="http://schemas.openxmlformats.org/officeDocument/2006/customXml" ds:itemID="{1D3A887C-FC1C-482E-BE66-F9B66B0A6227}">
  <ds:schemaRefs/>
</ds:datastoreItem>
</file>

<file path=customXml/itemProps33.xml><?xml version="1.0" encoding="utf-8"?>
<ds:datastoreItem xmlns:ds="http://schemas.openxmlformats.org/officeDocument/2006/customXml" ds:itemID="{0C0AD6D7-0AAB-4CF7-9869-E9E315BAF875}">
  <ds:schemaRefs/>
</ds:datastoreItem>
</file>

<file path=customXml/itemProps34.xml><?xml version="1.0" encoding="utf-8"?>
<ds:datastoreItem xmlns:ds="http://schemas.openxmlformats.org/officeDocument/2006/customXml" ds:itemID="{30338C60-725E-4230-8732-6C1737FFCF6F}">
  <ds:schemaRefs/>
</ds:datastoreItem>
</file>

<file path=customXml/itemProps35.xml><?xml version="1.0" encoding="utf-8"?>
<ds:datastoreItem xmlns:ds="http://schemas.openxmlformats.org/officeDocument/2006/customXml" ds:itemID="{AE04A922-1222-46EA-85D1-620CD08A927B}">
  <ds:schemaRefs/>
</ds:datastoreItem>
</file>

<file path=customXml/itemProps36.xml><?xml version="1.0" encoding="utf-8"?>
<ds:datastoreItem xmlns:ds="http://schemas.openxmlformats.org/officeDocument/2006/customXml" ds:itemID="{FC77B9F3-C094-489B-8C01-F272F0AF68C6}">
  <ds:schemaRefs/>
</ds:datastoreItem>
</file>

<file path=customXml/itemProps37.xml><?xml version="1.0" encoding="utf-8"?>
<ds:datastoreItem xmlns:ds="http://schemas.openxmlformats.org/officeDocument/2006/customXml" ds:itemID="{C67D3CDE-4F82-4339-9EA4-1EEE33A61958}">
  <ds:schemaRefs/>
</ds:datastoreItem>
</file>

<file path=customXml/itemProps38.xml><?xml version="1.0" encoding="utf-8"?>
<ds:datastoreItem xmlns:ds="http://schemas.openxmlformats.org/officeDocument/2006/customXml" ds:itemID="{C89A946A-C258-4267-A263-69DA8374B547}">
  <ds:schemaRefs/>
</ds:datastoreItem>
</file>

<file path=customXml/itemProps39.xml><?xml version="1.0" encoding="utf-8"?>
<ds:datastoreItem xmlns:ds="http://schemas.openxmlformats.org/officeDocument/2006/customXml" ds:itemID="{364650BF-04B4-4ADF-AE61-286BFE5AF2AD}">
  <ds:schemaRefs/>
</ds:datastoreItem>
</file>

<file path=customXml/itemProps40.xml><?xml version="1.0" encoding="utf-8"?>
<ds:datastoreItem xmlns:ds="http://schemas.openxmlformats.org/officeDocument/2006/customXml" ds:itemID="{25EDB0A7-1862-4F58-81F8-88FFEB27A481}">
  <ds:schemaRefs/>
</ds:datastoreItem>
</file>

<file path=customXml/itemProps41.xml><?xml version="1.0" encoding="utf-8"?>
<ds:datastoreItem xmlns:ds="http://schemas.openxmlformats.org/officeDocument/2006/customXml" ds:itemID="{8C320EF3-E45D-49A1-86A9-B0DA20C7CC04}">
  <ds:schemaRefs/>
</ds:datastoreItem>
</file>

<file path=customXml/itemProps42.xml><?xml version="1.0" encoding="utf-8"?>
<ds:datastoreItem xmlns:ds="http://schemas.openxmlformats.org/officeDocument/2006/customXml" ds:itemID="{A20E27A4-6C3C-428D-ADE7-7DC089C0CD46}">
  <ds:schemaRefs/>
</ds:datastoreItem>
</file>

<file path=customXml/itemProps43.xml><?xml version="1.0" encoding="utf-8"?>
<ds:datastoreItem xmlns:ds="http://schemas.openxmlformats.org/officeDocument/2006/customXml" ds:itemID="{921C0A0B-EE13-4908-9C41-3E7EDF526068}">
  <ds:schemaRefs/>
</ds:datastoreItem>
</file>

<file path=customXml/itemProps44.xml><?xml version="1.0" encoding="utf-8"?>
<ds:datastoreItem xmlns:ds="http://schemas.openxmlformats.org/officeDocument/2006/customXml" ds:itemID="{D4B66AC3-71C4-4908-9595-93E8B8D76E97}">
  <ds:schemaRefs/>
</ds:datastoreItem>
</file>

<file path=customXml/itemProps45.xml><?xml version="1.0" encoding="utf-8"?>
<ds:datastoreItem xmlns:ds="http://schemas.openxmlformats.org/officeDocument/2006/customXml" ds:itemID="{2BC0DC1D-8D15-4194-9A1A-EDACA544CFA6}">
  <ds:schemaRefs/>
</ds:datastoreItem>
</file>

<file path=customXml/itemProps46.xml><?xml version="1.0" encoding="utf-8"?>
<ds:datastoreItem xmlns:ds="http://schemas.openxmlformats.org/officeDocument/2006/customXml" ds:itemID="{F82E9EAE-C942-4F71-8479-8192B35558E2}">
  <ds:schemaRefs/>
</ds:datastoreItem>
</file>

<file path=customXml/itemProps4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48.xml><?xml version="1.0" encoding="utf-8"?>
<ds:datastoreItem xmlns:ds="http://schemas.openxmlformats.org/officeDocument/2006/customXml" ds:itemID="{43BC5722-1D5B-4915-8247-E6D5F513E549}">
  <ds:schemaRefs/>
</ds:datastoreItem>
</file>

<file path=customXml/itemProps49.xml><?xml version="1.0" encoding="utf-8"?>
<ds:datastoreItem xmlns:ds="http://schemas.openxmlformats.org/officeDocument/2006/customXml" ds:itemID="{2A1B10AF-5356-4D21-9E16-9423E20937FC}">
  <ds:schemaRefs/>
</ds:datastoreItem>
</file>

<file path=customXml/itemProps50.xml><?xml version="1.0" encoding="utf-8"?>
<ds:datastoreItem xmlns:ds="http://schemas.openxmlformats.org/officeDocument/2006/customXml" ds:itemID="{1BCEDA00-0BCE-4F19-A380-8AED6A66E762}">
  <ds:schemaRefs/>
</ds:datastoreItem>
</file>

<file path=customXml/itemProps51.xml><?xml version="1.0" encoding="utf-8"?>
<ds:datastoreItem xmlns:ds="http://schemas.openxmlformats.org/officeDocument/2006/customXml" ds:itemID="{00121D97-98F5-4946-8A5D-87D090F11338}">
  <ds:schemaRefs/>
</ds:datastoreItem>
</file>

<file path=customXml/itemProps52.xml><?xml version="1.0" encoding="utf-8"?>
<ds:datastoreItem xmlns:ds="http://schemas.openxmlformats.org/officeDocument/2006/customXml" ds:itemID="{915452D2-9D6B-41D9-99FD-4D1CF211FA39}">
  <ds:schemaRefs/>
</ds:datastoreItem>
</file>

<file path=customXml/itemProps53.xml><?xml version="1.0" encoding="utf-8"?>
<ds:datastoreItem xmlns:ds="http://schemas.openxmlformats.org/officeDocument/2006/customXml" ds:itemID="{56B316EE-D9D1-44C3-8C00-AE433A63C836}">
  <ds:schemaRefs/>
</ds:datastoreItem>
</file>

<file path=customXml/itemProps54.xml><?xml version="1.0" encoding="utf-8"?>
<ds:datastoreItem xmlns:ds="http://schemas.openxmlformats.org/officeDocument/2006/customXml" ds:itemID="{DDCC6A1B-7673-40E9-AC3E-C0D8F2784A83}">
  <ds:schemaRefs/>
</ds:datastoreItem>
</file>

<file path=customXml/itemProps55.xml><?xml version="1.0" encoding="utf-8"?>
<ds:datastoreItem xmlns:ds="http://schemas.openxmlformats.org/officeDocument/2006/customXml" ds:itemID="{2EF89111-4289-441B-97BD-A2D8E126532F}">
  <ds:schemaRefs/>
</ds:datastoreItem>
</file>

<file path=customXml/itemProps56.xml><?xml version="1.0" encoding="utf-8"?>
<ds:datastoreItem xmlns:ds="http://schemas.openxmlformats.org/officeDocument/2006/customXml" ds:itemID="{E4C8E36C-E4C3-4DF8-B9A8-546312449852}">
  <ds:schemaRefs/>
</ds:datastoreItem>
</file>

<file path=customXml/itemProps57.xml><?xml version="1.0" encoding="utf-8"?>
<ds:datastoreItem xmlns:ds="http://schemas.openxmlformats.org/officeDocument/2006/customXml" ds:itemID="{5265E46D-0749-47B1-8243-3C63764C0EFC}">
  <ds:schemaRefs/>
</ds:datastoreItem>
</file>

<file path=customXml/itemProps58.xml><?xml version="1.0" encoding="utf-8"?>
<ds:datastoreItem xmlns:ds="http://schemas.openxmlformats.org/officeDocument/2006/customXml" ds:itemID="{E3B787A2-A83F-4E87-A90A-111C61F62E24}">
  <ds:schemaRefs/>
</ds:datastoreItem>
</file>

<file path=customXml/itemProps59.xml><?xml version="1.0" encoding="utf-8"?>
<ds:datastoreItem xmlns:ds="http://schemas.openxmlformats.org/officeDocument/2006/customXml" ds:itemID="{BE3BB7DD-0C86-4747-A387-5C5D191BB970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6A0018E2-8AA5-4CE6-A43B-7E69D37BB663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1695</Words>
  <Application>Microsoft Office PowerPoint</Application>
  <PresentationFormat>Widescreen</PresentationFormat>
  <Paragraphs>225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42</cp:revision>
  <cp:lastPrinted>2020-04-30T18:59:47Z</cp:lastPrinted>
  <dcterms:created xsi:type="dcterms:W3CDTF">2021-04-19T14:31:00Z</dcterms:created>
  <dcterms:modified xsi:type="dcterms:W3CDTF">2026-10-02T18:12:32Z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